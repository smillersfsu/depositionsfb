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4B1D84-560F-7789-7821-D5E4654238F3}" name="Savannah Karin Miller" initials="SM" userId="S::924318106@sfsu.edu::22c948fc-cece-4b89-9db3-f9f8a6b29ae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F9D0B0-D906-487C-AEE3-1862AE277CF3}" v="2" dt="2026-04-25T04:46:37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8" d="100"/>
          <a:sy n="108" d="100"/>
        </p:scale>
        <p:origin x="-1334" y="-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vannah Karin Miller" userId="22c948fc-cece-4b89-9db3-f9f8a6b29aef" providerId="ADAL" clId="{39DE2C0E-7095-495B-81F3-37AFAFAFC50B}"/>
    <pc:docChg chg="undo custSel addSld delSld modSld sldOrd">
      <pc:chgData name="Savannah Karin Miller" userId="22c948fc-cece-4b89-9db3-f9f8a6b29aef" providerId="ADAL" clId="{39DE2C0E-7095-495B-81F3-37AFAFAFC50B}" dt="2026-04-25T05:20:18.531" v="25" actId="2696"/>
      <pc:docMkLst>
        <pc:docMk/>
      </pc:docMkLst>
      <pc:sldChg chg="del">
        <pc:chgData name="Savannah Karin Miller" userId="22c948fc-cece-4b89-9db3-f9f8a6b29aef" providerId="ADAL" clId="{39DE2C0E-7095-495B-81F3-37AFAFAFC50B}" dt="2026-04-25T05:20:18.531" v="25" actId="2696"/>
        <pc:sldMkLst>
          <pc:docMk/>
          <pc:sldMk cId="2365390133" sldId="258"/>
        </pc:sldMkLst>
      </pc:sldChg>
      <pc:sldChg chg="del">
        <pc:chgData name="Savannah Karin Miller" userId="22c948fc-cece-4b89-9db3-f9f8a6b29aef" providerId="ADAL" clId="{39DE2C0E-7095-495B-81F3-37AFAFAFC50B}" dt="2026-04-25T05:20:18.531" v="25" actId="2696"/>
        <pc:sldMkLst>
          <pc:docMk/>
          <pc:sldMk cId="4259533201" sldId="259"/>
        </pc:sldMkLst>
      </pc:sldChg>
      <pc:sldChg chg="del">
        <pc:chgData name="Savannah Karin Miller" userId="22c948fc-cece-4b89-9db3-f9f8a6b29aef" providerId="ADAL" clId="{39DE2C0E-7095-495B-81F3-37AFAFAFC50B}" dt="2026-04-25T05:20:18.531" v="25" actId="2696"/>
        <pc:sldMkLst>
          <pc:docMk/>
          <pc:sldMk cId="4143423697" sldId="260"/>
        </pc:sldMkLst>
      </pc:sldChg>
      <pc:sldChg chg="del">
        <pc:chgData name="Savannah Karin Miller" userId="22c948fc-cece-4b89-9db3-f9f8a6b29aef" providerId="ADAL" clId="{39DE2C0E-7095-495B-81F3-37AFAFAFC50B}" dt="2026-04-25T05:20:18.531" v="25" actId="2696"/>
        <pc:sldMkLst>
          <pc:docMk/>
          <pc:sldMk cId="3249972161" sldId="269"/>
        </pc:sldMkLst>
      </pc:sldChg>
      <pc:sldChg chg="del">
        <pc:chgData name="Savannah Karin Miller" userId="22c948fc-cece-4b89-9db3-f9f8a6b29aef" providerId="ADAL" clId="{39DE2C0E-7095-495B-81F3-37AFAFAFC50B}" dt="2026-04-25T05:20:18.531" v="25" actId="2696"/>
        <pc:sldMkLst>
          <pc:docMk/>
          <pc:sldMk cId="690725316" sldId="270"/>
        </pc:sldMkLst>
      </pc:sldChg>
      <pc:sldChg chg="del">
        <pc:chgData name="Savannah Karin Miller" userId="22c948fc-cece-4b89-9db3-f9f8a6b29aef" providerId="ADAL" clId="{39DE2C0E-7095-495B-81F3-37AFAFAFC50B}" dt="2026-04-25T05:20:18.531" v="25" actId="2696"/>
        <pc:sldMkLst>
          <pc:docMk/>
          <pc:sldMk cId="1044588875" sldId="271"/>
        </pc:sldMkLst>
      </pc:sldChg>
      <pc:sldChg chg="del">
        <pc:chgData name="Savannah Karin Miller" userId="22c948fc-cece-4b89-9db3-f9f8a6b29aef" providerId="ADAL" clId="{39DE2C0E-7095-495B-81F3-37AFAFAFC50B}" dt="2026-04-25T05:20:18.531" v="25" actId="2696"/>
        <pc:sldMkLst>
          <pc:docMk/>
          <pc:sldMk cId="1097021142" sldId="272"/>
        </pc:sldMkLst>
      </pc:sldChg>
      <pc:sldChg chg="addSp delSp modSp new mod ord">
        <pc:chgData name="Savannah Karin Miller" userId="22c948fc-cece-4b89-9db3-f9f8a6b29aef" providerId="ADAL" clId="{39DE2C0E-7095-495B-81F3-37AFAFAFC50B}" dt="2026-04-25T04:47:32.270" v="10"/>
        <pc:sldMkLst>
          <pc:docMk/>
          <pc:sldMk cId="1550022129" sldId="273"/>
        </pc:sldMkLst>
        <pc:spChg chg="del mod">
          <ac:chgData name="Savannah Karin Miller" userId="22c948fc-cece-4b89-9db3-f9f8a6b29aef" providerId="ADAL" clId="{39DE2C0E-7095-495B-81F3-37AFAFAFC50B}" dt="2026-04-25T04:46:55.946" v="6"/>
          <ac:spMkLst>
            <pc:docMk/>
            <pc:sldMk cId="1550022129" sldId="273"/>
            <ac:spMk id="3" creationId="{6F4B55CD-8A8D-2E81-9D7D-C2387BC94483}"/>
          </ac:spMkLst>
        </pc:spChg>
        <pc:picChg chg="add mod ord">
          <ac:chgData name="Savannah Karin Miller" userId="22c948fc-cece-4b89-9db3-f9f8a6b29aef" providerId="ADAL" clId="{39DE2C0E-7095-495B-81F3-37AFAFAFC50B}" dt="2026-04-25T04:47:03.818" v="8" actId="14100"/>
          <ac:picMkLst>
            <pc:docMk/>
            <pc:sldMk cId="1550022129" sldId="273"/>
            <ac:picMk id="5" creationId="{37644FBD-EA98-6FE6-952E-9E901F982E5B}"/>
          </ac:picMkLst>
        </pc:picChg>
      </pc:sldChg>
      <pc:sldChg chg="addSp delSp modSp new mod">
        <pc:chgData name="Savannah Karin Miller" userId="22c948fc-cece-4b89-9db3-f9f8a6b29aef" providerId="ADAL" clId="{39DE2C0E-7095-495B-81F3-37AFAFAFC50B}" dt="2026-04-25T04:49:13.779" v="21"/>
        <pc:sldMkLst>
          <pc:docMk/>
          <pc:sldMk cId="3492507508" sldId="274"/>
        </pc:sldMkLst>
        <pc:spChg chg="del">
          <ac:chgData name="Savannah Karin Miller" userId="22c948fc-cece-4b89-9db3-f9f8a6b29aef" providerId="ADAL" clId="{39DE2C0E-7095-495B-81F3-37AFAFAFC50B}" dt="2026-04-25T04:48:09.452" v="13"/>
          <ac:spMkLst>
            <pc:docMk/>
            <pc:sldMk cId="3492507508" sldId="274"/>
            <ac:spMk id="3" creationId="{16C790F8-0457-3B4C-B72A-6C60E1CF8713}"/>
          </ac:spMkLst>
        </pc:spChg>
        <pc:spChg chg="add del mod">
          <ac:chgData name="Savannah Karin Miller" userId="22c948fc-cece-4b89-9db3-f9f8a6b29aef" providerId="ADAL" clId="{39DE2C0E-7095-495B-81F3-37AFAFAFC50B}" dt="2026-04-25T04:48:30.319" v="18"/>
          <ac:spMkLst>
            <pc:docMk/>
            <pc:sldMk cId="3492507508" sldId="274"/>
            <ac:spMk id="7" creationId="{B8C6CEBA-FC7B-1E74-C209-04F5D9C6F21A}"/>
          </ac:spMkLst>
        </pc:spChg>
        <pc:spChg chg="add del mod">
          <ac:chgData name="Savannah Karin Miller" userId="22c948fc-cece-4b89-9db3-f9f8a6b29aef" providerId="ADAL" clId="{39DE2C0E-7095-495B-81F3-37AFAFAFC50B}" dt="2026-04-25T04:49:13.779" v="21"/>
          <ac:spMkLst>
            <pc:docMk/>
            <pc:sldMk cId="3492507508" sldId="274"/>
            <ac:spMk id="11" creationId="{DADC1D04-3CEA-A689-9624-37EC63C319FA}"/>
          </ac:spMkLst>
        </pc:spChg>
        <pc:picChg chg="add del mod ord">
          <ac:chgData name="Savannah Karin Miller" userId="22c948fc-cece-4b89-9db3-f9f8a6b29aef" providerId="ADAL" clId="{39DE2C0E-7095-495B-81F3-37AFAFAFC50B}" dt="2026-04-25T04:48:14.939" v="16" actId="478"/>
          <ac:picMkLst>
            <pc:docMk/>
            <pc:sldMk cId="3492507508" sldId="274"/>
            <ac:picMk id="5" creationId="{1C808232-1643-370A-ABEA-FF39873A3757}"/>
          </ac:picMkLst>
        </pc:picChg>
        <pc:picChg chg="add del mod ord">
          <ac:chgData name="Savannah Karin Miller" userId="22c948fc-cece-4b89-9db3-f9f8a6b29aef" providerId="ADAL" clId="{39DE2C0E-7095-495B-81F3-37AFAFAFC50B}" dt="2026-04-25T04:48:32.247" v="19" actId="478"/>
          <ac:picMkLst>
            <pc:docMk/>
            <pc:sldMk cId="3492507508" sldId="274"/>
            <ac:picMk id="9" creationId="{DB552D89-81A3-E787-64CA-CCE28C14E1E3}"/>
          </ac:picMkLst>
        </pc:picChg>
        <pc:picChg chg="add mod ord">
          <ac:chgData name="Savannah Karin Miller" userId="22c948fc-cece-4b89-9db3-f9f8a6b29aef" providerId="ADAL" clId="{39DE2C0E-7095-495B-81F3-37AFAFAFC50B}" dt="2026-04-25T04:49:13.779" v="21"/>
          <ac:picMkLst>
            <pc:docMk/>
            <pc:sldMk cId="3492507508" sldId="274"/>
            <ac:picMk id="13" creationId="{10CB9D9B-7FB0-5ABC-7043-0B279828A9E5}"/>
          </ac:picMkLst>
        </pc:picChg>
      </pc:sldChg>
      <pc:sldChg chg="addSp delSp modSp new mod">
        <pc:chgData name="Savannah Karin Miller" userId="22c948fc-cece-4b89-9db3-f9f8a6b29aef" providerId="ADAL" clId="{39DE2C0E-7095-495B-81F3-37AFAFAFC50B}" dt="2026-04-25T05:18:45.458" v="24"/>
        <pc:sldMkLst>
          <pc:docMk/>
          <pc:sldMk cId="3386740280" sldId="275"/>
        </pc:sldMkLst>
        <pc:spChg chg="del">
          <ac:chgData name="Savannah Karin Miller" userId="22c948fc-cece-4b89-9db3-f9f8a6b29aef" providerId="ADAL" clId="{39DE2C0E-7095-495B-81F3-37AFAFAFC50B}" dt="2026-04-25T05:18:45.458" v="24"/>
          <ac:spMkLst>
            <pc:docMk/>
            <pc:sldMk cId="3386740280" sldId="275"/>
            <ac:spMk id="3" creationId="{6AA780B2-7C2A-B02B-6AB4-53D10A973397}"/>
          </ac:spMkLst>
        </pc:spChg>
        <pc:picChg chg="add mod ord">
          <ac:chgData name="Savannah Karin Miller" userId="22c948fc-cece-4b89-9db3-f9f8a6b29aef" providerId="ADAL" clId="{39DE2C0E-7095-495B-81F3-37AFAFAFC50B}" dt="2026-04-25T05:18:45.458" v="24"/>
          <ac:picMkLst>
            <pc:docMk/>
            <pc:sldMk cId="3386740280" sldId="275"/>
            <ac:picMk id="5" creationId="{05BCB8BF-F328-1ADE-E8FD-5455E9187A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33D4-5950-F382-C0BB-94268BAAA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6D69B-24B4-610A-7123-7E71930C1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B580A-99F8-6215-67C7-22A73516E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15D4E-7E26-EA09-2816-FFEA1BA01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0068-A4C3-4BAC-2EF4-8D2072DB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60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80178-98E6-4375-F727-B444F2218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13E20-6368-37DC-B46E-2A5853DF4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D9B4-A154-DB37-F34E-6E38D70D2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C8E7-8090-16B3-15F3-367E2A6E6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087D-6DC8-F476-1B3E-4BE0D59A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6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3795E-0990-205A-CEED-23705D4F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848D5-B6B5-BB62-2F21-218A3D33F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90252-F985-CD9B-3B11-CCE7A95B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0A2ED-BCBD-0137-B227-E1DAA011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A0555-88EA-2CF9-657E-F952AD7F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3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3328-BC3C-EAF8-FF5C-1977BCCED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99684-13EB-F268-1C6A-33272AE530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5AB12-E3BC-3630-99AD-3D071965E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1DF03-D162-9A3B-0782-AF391FA7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B8448-9EFE-5C33-0062-AEA32EC7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38A3C-6748-8B39-73FD-A55D5025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7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27C4-23F2-56F2-A621-021826D8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CC5A1-B1D1-3890-A349-220021F8D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89075-39FD-A20B-A244-54209920D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EA2296-54DF-A56E-23D1-D4D1F6305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7A233-F15D-F1D6-22A3-1774C4292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D6493B-9FA1-FCD4-1722-20170A2B1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FCA5F-F0DE-787E-A899-E8ABE57C4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CC0C7-661B-4446-024B-5B4E9EB5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41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ECAE-3DBE-DC02-2902-3D0114D7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798B7-5AB3-2075-3A34-1A244A99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DE5201-052F-6304-0CE0-2F99403FD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6B9DE-5BCC-9CEE-54D1-3F17B83F4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8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258E9-DEFF-A0CB-BE60-DBDCBCAA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FC09F5-18CF-0945-1BCF-AA6957D3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622B0-7748-2A73-7FD2-8098A6FB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7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3F25-443C-5C7E-35D7-9AA44876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B8DC6-F785-D6D1-E3E8-16AD16533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170D7-2472-FEF6-5ED6-1B7411910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B7CE9-B10C-6CDA-5348-73C492B8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BF99B-BAF0-F130-57B1-2D2FB894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A2F70-640E-A556-37AC-ACF6F132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44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B5370-B91A-F814-9BEF-27D87B36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35EA93-CC09-4D25-9DEF-FA2D3062C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48AF0-FCAF-E3E6-D015-C67F45533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9C795-A406-E54D-42B3-CE869CE8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DAC2E-4362-9448-4E5B-C45DA518D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D4315-4499-48FB-5957-57E78D93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9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56CB4-2690-201D-2C98-FC973F37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F013A-1F8B-8C2D-2B92-DC56C77D7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40861-46A3-ADE0-8E00-7A4563AA0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A43A7-5589-9F33-293B-31A85211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0F746-7BCD-0FE0-DA66-B151D6A6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7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10075E-E3C1-7125-3D00-6C9FC80E50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CD058-6F7B-97EF-DD34-AD253DD7C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4803C-24B8-B67D-921E-FD3ECE4B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095E8-EA00-E3E4-A382-E89B38C58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D4E9D-375A-B76C-6844-27C834E1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1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81DF86-247B-E872-19DB-2E41A1A1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3549D-839D-687B-0A74-FEC5B0417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4658-2A4B-739C-9950-3E53A5F30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AC563-77FA-5D04-B2F1-C46BB62ED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FA809-74B5-4B5B-0A45-78D4A62AF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1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AAD2-58D9-CE8F-62E4-B7B68B6CC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Savannah’s Thesis Graphs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E018E-A204-5C43-D14D-EB93AE60BD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Elevations and Sediment Deposition Over Months and Distances (M1-M6!) </a:t>
            </a:r>
          </a:p>
        </p:txBody>
      </p:sp>
    </p:spTree>
    <p:extLst>
      <p:ext uri="{BB962C8B-B14F-4D97-AF65-F5344CB8AC3E}">
        <p14:creationId xmlns:p14="http://schemas.microsoft.com/office/powerpoint/2010/main" val="244513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EEF0E-D5EA-0615-FB93-101E1245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644FBD-EA98-6FE6-952E-9E901F982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561" y="1747652"/>
            <a:ext cx="7091225" cy="472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B2B3A-26CB-284A-8214-66A2D694A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0CB9D9B-7FB0-5ABC-7043-0B279828A9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07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7533A-460B-D97F-62E9-C7BF77CB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BCB8BF-F328-1ADE-E8FD-5455E9187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40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3530</TotalTime>
  <Words>15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Savannah’s Thesis Graphs Progress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Savannah Karin Miller</dc:creator>
  <cp:lastModifiedBy>Savannah Karin Miller</cp:lastModifiedBy>
  <cp:revision>2</cp:revision>
  <dcterms:created xsi:type="dcterms:W3CDTF">2026-04-20T03:13:03Z</dcterms:created>
  <dcterms:modified xsi:type="dcterms:W3CDTF">2026-04-25T05:20:27Z</dcterms:modified>
</cp:coreProperties>
</file>