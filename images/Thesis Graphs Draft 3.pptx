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3" r:id="rId4"/>
    <p:sldId id="277" r:id="rId5"/>
    <p:sldId id="278" r:id="rId6"/>
    <p:sldId id="274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4B1D84-560F-7789-7821-D5E4654238F3}" name="Savannah Karin Miller" initials="SM" userId="S::924318106@sfsu.edu::22c948fc-cece-4b89-9db3-f9f8a6b29a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5E2C7-44E2-4321-82DB-D34415EF78AD}" v="4" dt="2026-05-08T06:27:45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undo custSel addSld modSld sldOrd">
      <pc:chgData name="Savannah Karin Miller" userId="22c948fc-cece-4b89-9db3-f9f8a6b29aef" providerId="ADAL" clId="{39DE2C0E-7095-495B-81F3-37AFAFAFC50B}" dt="2026-05-08T06:33:43.344" v="59"/>
      <pc:docMkLst>
        <pc:docMk/>
      </pc:docMkLst>
      <pc:sldChg chg="addSp delSp modSp mod ord">
        <pc:chgData name="Savannah Karin Miller" userId="22c948fc-cece-4b89-9db3-f9f8a6b29aef" providerId="ADAL" clId="{39DE2C0E-7095-495B-81F3-37AFAFAFC50B}" dt="2026-05-08T06:33:43.344" v="59"/>
        <pc:sldMkLst>
          <pc:docMk/>
          <pc:sldMk cId="1550022129" sldId="273"/>
        </pc:sldMkLst>
        <pc:spChg chg="del">
          <ac:chgData name="Savannah Karin Miller" userId="22c948fc-cece-4b89-9db3-f9f8a6b29aef" providerId="ADAL" clId="{39DE2C0E-7095-495B-81F3-37AFAFAFC50B}" dt="2026-05-08T06:27:39.400" v="20" actId="478"/>
          <ac:spMkLst>
            <pc:docMk/>
            <pc:sldMk cId="1550022129" sldId="273"/>
            <ac:spMk id="2" creationId="{5A8EEF0E-D5EA-0615-FB93-101E124538B3}"/>
          </ac:spMkLst>
        </pc:spChg>
        <pc:spChg chg="add del mod">
          <ac:chgData name="Savannah Karin Miller" userId="22c948fc-cece-4b89-9db3-f9f8a6b29aef" providerId="ADAL" clId="{39DE2C0E-7095-495B-81F3-37AFAFAFC50B}" dt="2026-05-08T05:51:18.789" v="1" actId="478"/>
          <ac:spMkLst>
            <pc:docMk/>
            <pc:sldMk cId="1550022129" sldId="273"/>
            <ac:spMk id="4" creationId="{82F2BC61-8663-5E0D-1AFD-B9C00EDE09FF}"/>
          </ac:spMkLst>
        </pc:spChg>
        <pc:spChg chg="add del mod">
          <ac:chgData name="Savannah Karin Miller" userId="22c948fc-cece-4b89-9db3-f9f8a6b29aef" providerId="ADAL" clId="{39DE2C0E-7095-495B-81F3-37AFAFAFC50B}" dt="2026-05-08T05:51:40.166" v="5"/>
          <ac:spMkLst>
            <pc:docMk/>
            <pc:sldMk cId="1550022129" sldId="273"/>
            <ac:spMk id="7" creationId="{4DB32252-60C1-C411-350B-CD565795AF19}"/>
          </ac:spMkLst>
        </pc:spChg>
        <pc:spChg chg="add del mod">
          <ac:chgData name="Savannah Karin Miller" userId="22c948fc-cece-4b89-9db3-f9f8a6b29aef" providerId="ADAL" clId="{39DE2C0E-7095-495B-81F3-37AFAFAFC50B}" dt="2026-05-08T06:26:09.709" v="7" actId="931"/>
          <ac:spMkLst>
            <pc:docMk/>
            <pc:sldMk cId="1550022129" sldId="273"/>
            <ac:spMk id="8" creationId="{86346838-BF30-E84A-90B7-8D0C88316435}"/>
          </ac:spMkLst>
        </pc:spChg>
        <pc:picChg chg="add del">
          <ac:chgData name="Savannah Karin Miller" userId="22c948fc-cece-4b89-9db3-f9f8a6b29aef" providerId="ADAL" clId="{39DE2C0E-7095-495B-81F3-37AFAFAFC50B}" dt="2026-05-08T05:51:22.806" v="2" actId="478"/>
          <ac:picMkLst>
            <pc:docMk/>
            <pc:sldMk cId="1550022129" sldId="273"/>
            <ac:picMk id="5" creationId="{37644FBD-EA98-6FE6-952E-9E901F982E5B}"/>
          </ac:picMkLst>
        </pc:picChg>
        <pc:picChg chg="add mod">
          <ac:chgData name="Savannah Karin Miller" userId="22c948fc-cece-4b89-9db3-f9f8a6b29aef" providerId="ADAL" clId="{39DE2C0E-7095-495B-81F3-37AFAFAFC50B}" dt="2026-05-08T06:27:45.069" v="22" actId="1076"/>
          <ac:picMkLst>
            <pc:docMk/>
            <pc:sldMk cId="1550022129" sldId="273"/>
            <ac:picMk id="10" creationId="{E6ABC83C-0DD6-9EE5-8763-35AC1EA113B1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5-08T06:27:33.786" v="19" actId="1076"/>
        <pc:sldMkLst>
          <pc:docMk/>
          <pc:sldMk cId="3492507508" sldId="274"/>
        </pc:sldMkLst>
        <pc:spChg chg="del">
          <ac:chgData name="Savannah Karin Miller" userId="22c948fc-cece-4b89-9db3-f9f8a6b29aef" providerId="ADAL" clId="{39DE2C0E-7095-495B-81F3-37AFAFAFC50B}" dt="2026-05-08T06:27:29.042" v="17" actId="478"/>
          <ac:spMkLst>
            <pc:docMk/>
            <pc:sldMk cId="3492507508" sldId="274"/>
            <ac:spMk id="2" creationId="{870B2B3A-26CB-284A-8214-66A2D694A32F}"/>
          </ac:spMkLst>
        </pc:spChg>
        <pc:spChg chg="add del mod">
          <ac:chgData name="Savannah Karin Miller" userId="22c948fc-cece-4b89-9db3-f9f8a6b29aef" providerId="ADAL" clId="{39DE2C0E-7095-495B-81F3-37AFAFAFC50B}" dt="2026-05-08T06:26:21.788" v="8" actId="931"/>
          <ac:spMkLst>
            <pc:docMk/>
            <pc:sldMk cId="3492507508" sldId="274"/>
            <ac:spMk id="4" creationId="{3E070173-6C63-6D3B-315D-DACC0264EE95}"/>
          </ac:spMkLst>
        </pc:spChg>
        <pc:picChg chg="add mod ord">
          <ac:chgData name="Savannah Karin Miller" userId="22c948fc-cece-4b89-9db3-f9f8a6b29aef" providerId="ADAL" clId="{39DE2C0E-7095-495B-81F3-37AFAFAFC50B}" dt="2026-05-08T06:27:33.786" v="19" actId="1076"/>
          <ac:picMkLst>
            <pc:docMk/>
            <pc:sldMk cId="3492507508" sldId="274"/>
            <ac:picMk id="6" creationId="{B88A75AD-C8D6-E43F-DF96-C5B063941706}"/>
          </ac:picMkLst>
        </pc:picChg>
        <pc:picChg chg="del">
          <ac:chgData name="Savannah Karin Miller" userId="22c948fc-cece-4b89-9db3-f9f8a6b29aef" providerId="ADAL" clId="{39DE2C0E-7095-495B-81F3-37AFAFAFC50B}" dt="2026-05-08T05:51:27.003" v="3" actId="478"/>
          <ac:picMkLst>
            <pc:docMk/>
            <pc:sldMk cId="3492507508" sldId="274"/>
            <ac:picMk id="13" creationId="{10CB9D9B-7FB0-5ABC-7043-0B279828A9E5}"/>
          </ac:picMkLst>
        </pc:picChg>
      </pc:sldChg>
      <pc:sldChg chg="addSp delSp modSp mod ord">
        <pc:chgData name="Savannah Karin Miller" userId="22c948fc-cece-4b89-9db3-f9f8a6b29aef" providerId="ADAL" clId="{39DE2C0E-7095-495B-81F3-37AFAFAFC50B}" dt="2026-05-08T06:29:43.925" v="33"/>
        <pc:sldMkLst>
          <pc:docMk/>
          <pc:sldMk cId="3386740280" sldId="275"/>
        </pc:sldMkLst>
        <pc:spChg chg="del">
          <ac:chgData name="Savannah Karin Miller" userId="22c948fc-cece-4b89-9db3-f9f8a6b29aef" providerId="ADAL" clId="{39DE2C0E-7095-495B-81F3-37AFAFAFC50B}" dt="2026-05-08T06:27:21.379" v="14" actId="478"/>
          <ac:spMkLst>
            <pc:docMk/>
            <pc:sldMk cId="3386740280" sldId="275"/>
            <ac:spMk id="2" creationId="{BD37533A-460B-D97F-62E9-C7BF77CBD337}"/>
          </ac:spMkLst>
        </pc:spChg>
        <pc:spChg chg="add del mod">
          <ac:chgData name="Savannah Karin Miller" userId="22c948fc-cece-4b89-9db3-f9f8a6b29aef" providerId="ADAL" clId="{39DE2C0E-7095-495B-81F3-37AFAFAFC50B}" dt="2026-05-08T06:26:50.783" v="9" actId="931"/>
          <ac:spMkLst>
            <pc:docMk/>
            <pc:sldMk cId="3386740280" sldId="275"/>
            <ac:spMk id="4" creationId="{A46ADCF3-577E-F38A-4B03-9B9B53126EC5}"/>
          </ac:spMkLst>
        </pc:spChg>
        <pc:spChg chg="add del mod">
          <ac:chgData name="Savannah Karin Miller" userId="22c948fc-cece-4b89-9db3-f9f8a6b29aef" providerId="ADAL" clId="{39DE2C0E-7095-495B-81F3-37AFAFAFC50B}" dt="2026-05-08T06:27:01.837" v="11" actId="931"/>
          <ac:spMkLst>
            <pc:docMk/>
            <pc:sldMk cId="3386740280" sldId="275"/>
            <ac:spMk id="9" creationId="{3C49E497-C9F9-1DA5-CA99-79D195EDD76A}"/>
          </ac:spMkLst>
        </pc:spChg>
        <pc:spChg chg="add del mod">
          <ac:chgData name="Savannah Karin Miller" userId="22c948fc-cece-4b89-9db3-f9f8a6b29aef" providerId="ADAL" clId="{39DE2C0E-7095-495B-81F3-37AFAFAFC50B}" dt="2026-05-08T06:27:11.935" v="13" actId="931"/>
          <ac:spMkLst>
            <pc:docMk/>
            <pc:sldMk cId="3386740280" sldId="275"/>
            <ac:spMk id="13" creationId="{C7CC7E92-FFDB-BD3E-C523-D849DD0BAEE6}"/>
          </ac:spMkLst>
        </pc:spChg>
        <pc:picChg chg="del">
          <ac:chgData name="Savannah Karin Miller" userId="22c948fc-cece-4b89-9db3-f9f8a6b29aef" providerId="ADAL" clId="{39DE2C0E-7095-495B-81F3-37AFAFAFC50B}" dt="2026-05-08T05:51:37.073" v="4" actId="478"/>
          <ac:picMkLst>
            <pc:docMk/>
            <pc:sldMk cId="3386740280" sldId="275"/>
            <ac:picMk id="5" creationId="{05BCB8BF-F328-1ADE-E8FD-5455E9187A12}"/>
          </ac:picMkLst>
        </pc:picChg>
        <pc:picChg chg="add del mod ord">
          <ac:chgData name="Savannah Karin Miller" userId="22c948fc-cece-4b89-9db3-f9f8a6b29aef" providerId="ADAL" clId="{39DE2C0E-7095-495B-81F3-37AFAFAFC50B}" dt="2026-05-08T06:26:53.017" v="10" actId="478"/>
          <ac:picMkLst>
            <pc:docMk/>
            <pc:sldMk cId="3386740280" sldId="275"/>
            <ac:picMk id="7" creationId="{FCC83C6E-5FC6-0DDC-A147-212550773383}"/>
          </ac:picMkLst>
        </pc:picChg>
        <pc:picChg chg="add del mod ord">
          <ac:chgData name="Savannah Karin Miller" userId="22c948fc-cece-4b89-9db3-f9f8a6b29aef" providerId="ADAL" clId="{39DE2C0E-7095-495B-81F3-37AFAFAFC50B}" dt="2026-05-08T06:27:03.752" v="12" actId="478"/>
          <ac:picMkLst>
            <pc:docMk/>
            <pc:sldMk cId="3386740280" sldId="275"/>
            <ac:picMk id="11" creationId="{94243FD9-A076-88A1-B466-C584E0FE2645}"/>
          </ac:picMkLst>
        </pc:picChg>
        <pc:picChg chg="add mod ord">
          <ac:chgData name="Savannah Karin Miller" userId="22c948fc-cece-4b89-9db3-f9f8a6b29aef" providerId="ADAL" clId="{39DE2C0E-7095-495B-81F3-37AFAFAFC50B}" dt="2026-05-08T06:27:26.244" v="16" actId="1076"/>
          <ac:picMkLst>
            <pc:docMk/>
            <pc:sldMk cId="3386740280" sldId="275"/>
            <ac:picMk id="15" creationId="{AC1FF5D5-2D12-9AA2-7849-5516141B8123}"/>
          </ac:picMkLst>
        </pc:picChg>
      </pc:sldChg>
      <pc:sldChg chg="addSp delSp modSp new mod">
        <pc:chgData name="Savannah Karin Miller" userId="22c948fc-cece-4b89-9db3-f9f8a6b29aef" providerId="ADAL" clId="{39DE2C0E-7095-495B-81F3-37AFAFAFC50B}" dt="2026-05-08T06:29:39.246" v="31" actId="1076"/>
        <pc:sldMkLst>
          <pc:docMk/>
          <pc:sldMk cId="805603215" sldId="276"/>
        </pc:sldMkLst>
        <pc:spChg chg="del">
          <ac:chgData name="Savannah Karin Miller" userId="22c948fc-cece-4b89-9db3-f9f8a6b29aef" providerId="ADAL" clId="{39DE2C0E-7095-495B-81F3-37AFAFAFC50B}" dt="2026-05-08T06:29:32.908" v="28" actId="478"/>
          <ac:spMkLst>
            <pc:docMk/>
            <pc:sldMk cId="805603215" sldId="276"/>
            <ac:spMk id="2" creationId="{215B451B-5026-01F1-0303-B1A555D57F12}"/>
          </ac:spMkLst>
        </pc:spChg>
        <pc:spChg chg="del">
          <ac:chgData name="Savannah Karin Miller" userId="22c948fc-cece-4b89-9db3-f9f8a6b29aef" providerId="ADAL" clId="{39DE2C0E-7095-495B-81F3-37AFAFAFC50B}" dt="2026-05-08T06:28:04.161" v="24" actId="931"/>
          <ac:spMkLst>
            <pc:docMk/>
            <pc:sldMk cId="805603215" sldId="276"/>
            <ac:spMk id="3" creationId="{8D2FC58F-FB0D-083D-7197-CC2056BB9D34}"/>
          </ac:spMkLst>
        </pc:spChg>
        <pc:spChg chg="add del mod">
          <ac:chgData name="Savannah Karin Miller" userId="22c948fc-cece-4b89-9db3-f9f8a6b29aef" providerId="ADAL" clId="{39DE2C0E-7095-495B-81F3-37AFAFAFC50B}" dt="2026-05-08T06:29:29.269" v="27" actId="931"/>
          <ac:spMkLst>
            <pc:docMk/>
            <pc:sldMk cId="805603215" sldId="276"/>
            <ac:spMk id="7" creationId="{1AF593F6-5FAF-AB37-D58E-3857571F8B7A}"/>
          </ac:spMkLst>
        </pc:spChg>
        <pc:picChg chg="add del mod ord">
          <ac:chgData name="Savannah Karin Miller" userId="22c948fc-cece-4b89-9db3-f9f8a6b29aef" providerId="ADAL" clId="{39DE2C0E-7095-495B-81F3-37AFAFAFC50B}" dt="2026-05-08T06:28:10.115" v="26" actId="478"/>
          <ac:picMkLst>
            <pc:docMk/>
            <pc:sldMk cId="805603215" sldId="276"/>
            <ac:picMk id="5" creationId="{C5FDE6B0-09A0-DB81-F422-E349A636FF17}"/>
          </ac:picMkLst>
        </pc:picChg>
        <pc:picChg chg="add mod ord">
          <ac:chgData name="Savannah Karin Miller" userId="22c948fc-cece-4b89-9db3-f9f8a6b29aef" providerId="ADAL" clId="{39DE2C0E-7095-495B-81F3-37AFAFAFC50B}" dt="2026-05-08T06:29:39.246" v="31" actId="1076"/>
          <ac:picMkLst>
            <pc:docMk/>
            <pc:sldMk cId="805603215" sldId="276"/>
            <ac:picMk id="9" creationId="{29729037-0A22-9518-3A0B-A6FFFCB6806E}"/>
          </ac:picMkLst>
        </pc:picChg>
      </pc:sldChg>
      <pc:sldChg chg="addSp delSp modSp new mod">
        <pc:chgData name="Savannah Karin Miller" userId="22c948fc-cece-4b89-9db3-f9f8a6b29aef" providerId="ADAL" clId="{39DE2C0E-7095-495B-81F3-37AFAFAFC50B}" dt="2026-05-08T06:31:58.529" v="48" actId="1076"/>
        <pc:sldMkLst>
          <pc:docMk/>
          <pc:sldMk cId="2561954533" sldId="277"/>
        </pc:sldMkLst>
        <pc:spChg chg="del">
          <ac:chgData name="Savannah Karin Miller" userId="22c948fc-cece-4b89-9db3-f9f8a6b29aef" providerId="ADAL" clId="{39DE2C0E-7095-495B-81F3-37AFAFAFC50B}" dt="2026-05-08T06:31:43.558" v="42" actId="478"/>
          <ac:spMkLst>
            <pc:docMk/>
            <pc:sldMk cId="2561954533" sldId="277"/>
            <ac:spMk id="2" creationId="{8BFB694C-1F89-9F0A-FEAE-8526E926EF04}"/>
          </ac:spMkLst>
        </pc:spChg>
        <pc:spChg chg="del">
          <ac:chgData name="Savannah Karin Miller" userId="22c948fc-cece-4b89-9db3-f9f8a6b29aef" providerId="ADAL" clId="{39DE2C0E-7095-495B-81F3-37AFAFAFC50B}" dt="2026-05-08T06:30:11.118" v="35" actId="931"/>
          <ac:spMkLst>
            <pc:docMk/>
            <pc:sldMk cId="2561954533" sldId="277"/>
            <ac:spMk id="3" creationId="{F61BE32E-4D26-BF78-0EA4-79F7FB8FB23E}"/>
          </ac:spMkLst>
        </pc:spChg>
        <pc:spChg chg="add del mod">
          <ac:chgData name="Savannah Karin Miller" userId="22c948fc-cece-4b89-9db3-f9f8a6b29aef" providerId="ADAL" clId="{39DE2C0E-7095-495B-81F3-37AFAFAFC50B}" dt="2026-05-08T06:30:55.123" v="37" actId="931"/>
          <ac:spMkLst>
            <pc:docMk/>
            <pc:sldMk cId="2561954533" sldId="277"/>
            <ac:spMk id="7" creationId="{217016AC-A077-5227-DEC3-0B95D21B648F}"/>
          </ac:spMkLst>
        </pc:spChg>
        <pc:spChg chg="add del mod">
          <ac:chgData name="Savannah Karin Miller" userId="22c948fc-cece-4b89-9db3-f9f8a6b29aef" providerId="ADAL" clId="{39DE2C0E-7095-495B-81F3-37AFAFAFC50B}" dt="2026-05-08T06:31:03.320" v="39" actId="931"/>
          <ac:spMkLst>
            <pc:docMk/>
            <pc:sldMk cId="2561954533" sldId="277"/>
            <ac:spMk id="11" creationId="{C6D1A1F3-ECC1-518D-A6EF-E1034CDDA88A}"/>
          </ac:spMkLst>
        </pc:spChg>
        <pc:spChg chg="add del mod">
          <ac:chgData name="Savannah Karin Miller" userId="22c948fc-cece-4b89-9db3-f9f8a6b29aef" providerId="ADAL" clId="{39DE2C0E-7095-495B-81F3-37AFAFAFC50B}" dt="2026-05-08T06:31:40.289" v="41" actId="931"/>
          <ac:spMkLst>
            <pc:docMk/>
            <pc:sldMk cId="2561954533" sldId="277"/>
            <ac:spMk id="15" creationId="{F420C17E-3DF4-8D51-3B22-798FDD5C346F}"/>
          </ac:spMkLst>
        </pc:spChg>
        <pc:picChg chg="add del mod ord">
          <ac:chgData name="Savannah Karin Miller" userId="22c948fc-cece-4b89-9db3-f9f8a6b29aef" providerId="ADAL" clId="{39DE2C0E-7095-495B-81F3-37AFAFAFC50B}" dt="2026-05-08T06:30:12.974" v="36" actId="478"/>
          <ac:picMkLst>
            <pc:docMk/>
            <pc:sldMk cId="2561954533" sldId="277"/>
            <ac:picMk id="5" creationId="{F816EBE3-4682-49D0-751C-CC68323A5EAC}"/>
          </ac:picMkLst>
        </pc:picChg>
        <pc:picChg chg="add del mod ord">
          <ac:chgData name="Savannah Karin Miller" userId="22c948fc-cece-4b89-9db3-f9f8a6b29aef" providerId="ADAL" clId="{39DE2C0E-7095-495B-81F3-37AFAFAFC50B}" dt="2026-05-08T06:30:57.129" v="38" actId="478"/>
          <ac:picMkLst>
            <pc:docMk/>
            <pc:sldMk cId="2561954533" sldId="277"/>
            <ac:picMk id="9" creationId="{9499506C-D1FA-3BA9-FCBB-0CFA9CE32B46}"/>
          </ac:picMkLst>
        </pc:picChg>
        <pc:picChg chg="add del mod ord">
          <ac:chgData name="Savannah Karin Miller" userId="22c948fc-cece-4b89-9db3-f9f8a6b29aef" providerId="ADAL" clId="{39DE2C0E-7095-495B-81F3-37AFAFAFC50B}" dt="2026-05-08T06:31:04.985" v="40" actId="478"/>
          <ac:picMkLst>
            <pc:docMk/>
            <pc:sldMk cId="2561954533" sldId="277"/>
            <ac:picMk id="13" creationId="{74EBB4AF-D5C2-DEC8-8466-5A1155A5B0C5}"/>
          </ac:picMkLst>
        </pc:picChg>
        <pc:picChg chg="add mod ord">
          <ac:chgData name="Savannah Karin Miller" userId="22c948fc-cece-4b89-9db3-f9f8a6b29aef" providerId="ADAL" clId="{39DE2C0E-7095-495B-81F3-37AFAFAFC50B}" dt="2026-05-08T06:31:58.529" v="48" actId="1076"/>
          <ac:picMkLst>
            <pc:docMk/>
            <pc:sldMk cId="2561954533" sldId="277"/>
            <ac:picMk id="17" creationId="{2BE125BD-2A96-D1FD-A4B5-B22C54A23C65}"/>
          </ac:picMkLst>
        </pc:picChg>
      </pc:sldChg>
      <pc:sldChg chg="addSp delSp modSp new mod">
        <pc:chgData name="Savannah Karin Miller" userId="22c948fc-cece-4b89-9db3-f9f8a6b29aef" providerId="ADAL" clId="{39DE2C0E-7095-495B-81F3-37AFAFAFC50B}" dt="2026-05-08T06:33:31.324" v="57" actId="1076"/>
        <pc:sldMkLst>
          <pc:docMk/>
          <pc:sldMk cId="2949300961" sldId="278"/>
        </pc:sldMkLst>
        <pc:spChg chg="del">
          <ac:chgData name="Savannah Karin Miller" userId="22c948fc-cece-4b89-9db3-f9f8a6b29aef" providerId="ADAL" clId="{39DE2C0E-7095-495B-81F3-37AFAFAFC50B}" dt="2026-05-08T06:33:16.637" v="51" actId="478"/>
          <ac:spMkLst>
            <pc:docMk/>
            <pc:sldMk cId="2949300961" sldId="278"/>
            <ac:spMk id="2" creationId="{C5132145-CD07-1F91-AD01-1E1C8D6A80A2}"/>
          </ac:spMkLst>
        </pc:spChg>
        <pc:spChg chg="del">
          <ac:chgData name="Savannah Karin Miller" userId="22c948fc-cece-4b89-9db3-f9f8a6b29aef" providerId="ADAL" clId="{39DE2C0E-7095-495B-81F3-37AFAFAFC50B}" dt="2026-05-08T06:33:13.503" v="50" actId="931"/>
          <ac:spMkLst>
            <pc:docMk/>
            <pc:sldMk cId="2949300961" sldId="278"/>
            <ac:spMk id="3" creationId="{FC792FF3-46F6-708A-C2A7-8F5E8BA6A4C7}"/>
          </ac:spMkLst>
        </pc:spChg>
        <pc:picChg chg="add mod ord">
          <ac:chgData name="Savannah Karin Miller" userId="22c948fc-cece-4b89-9db3-f9f8a6b29aef" providerId="ADAL" clId="{39DE2C0E-7095-495B-81F3-37AFAFAFC50B}" dt="2026-05-08T06:33:31.324" v="57" actId="1076"/>
          <ac:picMkLst>
            <pc:docMk/>
            <pc:sldMk cId="2949300961" sldId="278"/>
            <ac:picMk id="5" creationId="{F360513A-2EC2-B3C1-2823-DFD9C3C02E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33D4-5950-F382-C0BB-94268BAAA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6D69B-24B4-610A-7123-7E71930C1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B580A-99F8-6215-67C7-22A73516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15D4E-7E26-EA09-2816-FFEA1BA0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0068-A4C3-4BAC-2EF4-8D2072DB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6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0178-98E6-4375-F727-B444F221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3E20-6368-37DC-B46E-2A5853DF4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D9B4-A154-DB37-F34E-6E38D70D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C8E7-8090-16B3-15F3-367E2A6E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087D-6DC8-F476-1B3E-4BE0D59A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795E-0990-205A-CEED-23705D4F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848D5-B6B5-BB62-2F21-218A3D33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0252-F985-CD9B-3B11-CCE7A95B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A2ED-BCBD-0137-B227-E1DAA011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0555-88EA-2CF9-657E-F952AD7F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3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3328-BC3C-EAF8-FF5C-1977BCCE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9684-13EB-F268-1C6A-33272AE53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5AB12-E3BC-3630-99AD-3D071965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1DF03-D162-9A3B-0782-AF391FA7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B8448-9EFE-5C33-0062-AEA32EC7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38A3C-6748-8B39-73FD-A55D5025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7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27C4-23F2-56F2-A621-021826D8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C5A1-B1D1-3890-A349-220021F8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89075-39FD-A20B-A244-54209920D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A2296-54DF-A56E-23D1-D4D1F6305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7A233-F15D-F1D6-22A3-1774C4292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6493B-9FA1-FCD4-1722-20170A2B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FCA5F-F0DE-787E-A899-E8ABE57C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CC0C7-661B-4446-024B-5B4E9EB5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4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ECAE-3DBE-DC02-2902-3D0114D7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798B7-5AB3-2075-3A34-1A244A99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E5201-052F-6304-0CE0-2F99403F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6B9DE-5BCC-9CEE-54D1-3F17B83F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258E9-DEFF-A0CB-BE60-DBDCBCAA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C09F5-18CF-0945-1BCF-AA6957D3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622B0-7748-2A73-7FD2-8098A6FB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7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3F25-443C-5C7E-35D7-9AA44876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B8DC6-F785-D6D1-E3E8-16AD16533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70D7-2472-FEF6-5ED6-1B7411910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B7CE9-B10C-6CDA-5348-73C492B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F99B-BAF0-F130-57B1-2D2FB894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2F70-640E-A556-37AC-ACF6F132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44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5370-B91A-F814-9BEF-27D87B36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5EA93-CC09-4D25-9DEF-FA2D3062C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48AF0-FCAF-E3E6-D015-C67F4553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9C795-A406-E54D-42B3-CE869CE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DAC2E-4362-9448-4E5B-C45DA518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D4315-4499-48FB-5957-57E78D93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6CB4-2690-201D-2C98-FC973F37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F013A-1F8B-8C2D-2B92-DC56C77D7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40861-46A3-ADE0-8E00-7A4563AA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A43A7-5589-9F33-293B-31A85211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0F746-7BCD-0FE0-DA66-B151D6A6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7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0075E-E3C1-7125-3D00-6C9FC80E5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CD058-6F7B-97EF-DD34-AD253DD7C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4803C-24B8-B67D-921E-FD3ECE4B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95E8-EA00-E3E4-A382-E89B38C5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D4E9D-375A-B76C-6844-27C834E1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1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1DF86-247B-E872-19DB-2E41A1A1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549D-839D-687B-0A74-FEC5B041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4658-2A4B-739C-9950-3E53A5F30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8DD94-F2CE-4F36-8221-123B43229A7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AC563-77FA-5D04-B2F1-C46BB62ED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FA809-74B5-4B5B-0A45-78D4A62AF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1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AAD2-58D9-CE8F-62E4-B7B68B6CC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Savannah’s Thesis Graphs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E018E-A204-5C43-D14D-EB93AE60B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Elevations and Sediment Deposition Over Months and Distances (M1-M6!) </a:t>
            </a:r>
          </a:p>
        </p:txBody>
      </p:sp>
    </p:spTree>
    <p:extLst>
      <p:ext uri="{BB962C8B-B14F-4D97-AF65-F5344CB8AC3E}">
        <p14:creationId xmlns:p14="http://schemas.microsoft.com/office/powerpoint/2010/main" val="244513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C1FF5D5-2D12-9AA2-7849-5516141B8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67" y="704200"/>
            <a:ext cx="9082665" cy="544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ABC83C-0DD6-9EE5-8763-35AC1EA11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4438" y="394855"/>
            <a:ext cx="9085119" cy="567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02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BE125BD-2A96-D1FD-A4B5-B22C54A23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211" y="340554"/>
            <a:ext cx="9883026" cy="617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5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60513A-2EC2-B3C1-2823-DFD9C3C02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28" y="176646"/>
            <a:ext cx="10174778" cy="63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00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8A75AD-C8D6-E43F-DF96-C5B063941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956" y="622335"/>
            <a:ext cx="8981326" cy="561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0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729037-0A22-9518-3A0B-A6FFFCB68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02" y="725993"/>
            <a:ext cx="8305916" cy="519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0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15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Savannah’s Thesis Graphs Progress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Miller</cp:lastModifiedBy>
  <cp:revision>3</cp:revision>
  <dcterms:created xsi:type="dcterms:W3CDTF">2026-04-20T03:13:03Z</dcterms:created>
  <dcterms:modified xsi:type="dcterms:W3CDTF">2026-05-08T06:33:52Z</dcterms:modified>
</cp:coreProperties>
</file>