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8_7FF3606E.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9" r:id="rId4"/>
    <p:sldId id="260" r:id="rId5"/>
    <p:sldId id="261" r:id="rId6"/>
    <p:sldId id="262" r:id="rId7"/>
    <p:sldId id="263" r:id="rId8"/>
    <p:sldId id="264" r:id="rId9"/>
    <p:sldId id="266" r:id="rId10"/>
    <p:sldId id="258" r:id="rId11"/>
    <p:sldId id="268"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94B1D84-560F-7789-7821-D5E4654238F3}" name="Savannah Karin Miller" initials="SM" userId="S::924318106@sfsu.edu::22c948fc-cece-4b89-9db3-f9f8a6b29ae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CCF0D-EBA6-4DB6-92A3-5DF30406627D}" v="47" dt="2026-06-26T20:12:05.4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1" d="100"/>
          <a:sy n="81" d="100"/>
        </p:scale>
        <p:origin x="67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vannah Karin Miller" userId="22c948fc-cece-4b89-9db3-f9f8a6b29aef" providerId="ADAL" clId="{39DE2C0E-7095-495B-81F3-37AFAFAFC50B}"/>
    <pc:docChg chg="undo custSel addSld delSld modSld sldOrd">
      <pc:chgData name="Savannah Karin Miller" userId="22c948fc-cece-4b89-9db3-f9f8a6b29aef" providerId="ADAL" clId="{39DE2C0E-7095-495B-81F3-37AFAFAFC50B}" dt="2026-06-26T21:55:20.766" v="4024" actId="1076"/>
      <pc:docMkLst>
        <pc:docMk/>
      </pc:docMkLst>
      <pc:sldChg chg="modSp mod">
        <pc:chgData name="Savannah Karin Miller" userId="22c948fc-cece-4b89-9db3-f9f8a6b29aef" providerId="ADAL" clId="{39DE2C0E-7095-495B-81F3-37AFAFAFC50B}" dt="2026-06-26T17:04:51.650" v="22" actId="20577"/>
        <pc:sldMkLst>
          <pc:docMk/>
          <pc:sldMk cId="2149195524" sldId="256"/>
        </pc:sldMkLst>
        <pc:spChg chg="mod">
          <ac:chgData name="Savannah Karin Miller" userId="22c948fc-cece-4b89-9db3-f9f8a6b29aef" providerId="ADAL" clId="{39DE2C0E-7095-495B-81F3-37AFAFAFC50B}" dt="2026-06-26T17:04:51.650" v="22" actId="20577"/>
          <ac:spMkLst>
            <pc:docMk/>
            <pc:sldMk cId="2149195524" sldId="256"/>
            <ac:spMk id="2" creationId="{7F88F54A-137D-9993-494F-33BCEF07DB85}"/>
          </ac:spMkLst>
        </pc:spChg>
      </pc:sldChg>
      <pc:sldChg chg="addSp delSp modSp new mod modNotesTx">
        <pc:chgData name="Savannah Karin Miller" userId="22c948fc-cece-4b89-9db3-f9f8a6b29aef" providerId="ADAL" clId="{39DE2C0E-7095-495B-81F3-37AFAFAFC50B}" dt="2026-06-26T19:44:39.946" v="2125" actId="20577"/>
        <pc:sldMkLst>
          <pc:docMk/>
          <pc:sldMk cId="4259741515" sldId="257"/>
        </pc:sldMkLst>
        <pc:spChg chg="mod">
          <ac:chgData name="Savannah Karin Miller" userId="22c948fc-cece-4b89-9db3-f9f8a6b29aef" providerId="ADAL" clId="{39DE2C0E-7095-495B-81F3-37AFAFAFC50B}" dt="2026-06-26T18:49:20.563" v="341" actId="20577"/>
          <ac:spMkLst>
            <pc:docMk/>
            <pc:sldMk cId="4259741515" sldId="257"/>
            <ac:spMk id="2" creationId="{C6D10979-C26E-6F79-3635-F597C7884DFE}"/>
          </ac:spMkLst>
        </pc:spChg>
        <pc:spChg chg="del mod">
          <ac:chgData name="Savannah Karin Miller" userId="22c948fc-cece-4b89-9db3-f9f8a6b29aef" providerId="ADAL" clId="{39DE2C0E-7095-495B-81F3-37AFAFAFC50B}" dt="2026-06-26T18:30:29.584" v="35" actId="22"/>
          <ac:spMkLst>
            <pc:docMk/>
            <pc:sldMk cId="4259741515" sldId="257"/>
            <ac:spMk id="3" creationId="{5063E7EA-BB75-7242-D427-08B87FD4995A}"/>
          </ac:spMkLst>
        </pc:spChg>
        <pc:spChg chg="add del mod">
          <ac:chgData name="Savannah Karin Miller" userId="22c948fc-cece-4b89-9db3-f9f8a6b29aef" providerId="ADAL" clId="{39DE2C0E-7095-495B-81F3-37AFAFAFC50B}" dt="2026-06-26T18:36:14.187" v="61" actId="22"/>
          <ac:spMkLst>
            <pc:docMk/>
            <pc:sldMk cId="4259741515" sldId="257"/>
            <ac:spMk id="13" creationId="{258EFC43-81D2-132F-6CD4-C6455915A7A6}"/>
          </ac:spMkLst>
        </pc:spChg>
        <pc:spChg chg="add del mod">
          <ac:chgData name="Savannah Karin Miller" userId="22c948fc-cece-4b89-9db3-f9f8a6b29aef" providerId="ADAL" clId="{39DE2C0E-7095-495B-81F3-37AFAFAFC50B}" dt="2026-06-26T18:50:17.560" v="350" actId="478"/>
          <ac:spMkLst>
            <pc:docMk/>
            <pc:sldMk cId="4259741515" sldId="257"/>
            <ac:spMk id="16" creationId="{2C846341-91AD-8575-8AA1-CAA3AFBD15F5}"/>
          </ac:spMkLst>
        </pc:spChg>
        <pc:picChg chg="add del mod ord">
          <ac:chgData name="Savannah Karin Miller" userId="22c948fc-cece-4b89-9db3-f9f8a6b29aef" providerId="ADAL" clId="{39DE2C0E-7095-495B-81F3-37AFAFAFC50B}" dt="2026-06-26T18:34:46.043" v="58" actId="478"/>
          <ac:picMkLst>
            <pc:docMk/>
            <pc:sldMk cId="4259741515" sldId="257"/>
            <ac:picMk id="5" creationId="{5AA68C87-DC6D-DCDA-D367-BA938EE6B3B6}"/>
          </ac:picMkLst>
        </pc:picChg>
        <pc:picChg chg="add del mod">
          <ac:chgData name="Savannah Karin Miller" userId="22c948fc-cece-4b89-9db3-f9f8a6b29aef" providerId="ADAL" clId="{39DE2C0E-7095-495B-81F3-37AFAFAFC50B}" dt="2026-06-26T18:33:13.035" v="43" actId="478"/>
          <ac:picMkLst>
            <pc:docMk/>
            <pc:sldMk cId="4259741515" sldId="257"/>
            <ac:picMk id="7" creationId="{63B47AB4-09FB-1616-4559-D5C353AD8C83}"/>
          </ac:picMkLst>
        </pc:picChg>
        <pc:picChg chg="add del mod">
          <ac:chgData name="Savannah Karin Miller" userId="22c948fc-cece-4b89-9db3-f9f8a6b29aef" providerId="ADAL" clId="{39DE2C0E-7095-495B-81F3-37AFAFAFC50B}" dt="2026-06-26T18:34:35.800" v="54" actId="478"/>
          <ac:picMkLst>
            <pc:docMk/>
            <pc:sldMk cId="4259741515" sldId="257"/>
            <ac:picMk id="9" creationId="{A9DC1DA6-2EFA-4C9B-227D-F77C8261F29C}"/>
          </ac:picMkLst>
        </pc:picChg>
        <pc:picChg chg="add del mod">
          <ac:chgData name="Savannah Karin Miller" userId="22c948fc-cece-4b89-9db3-f9f8a6b29aef" providerId="ADAL" clId="{39DE2C0E-7095-495B-81F3-37AFAFAFC50B}" dt="2026-06-26T18:50:02.264" v="349" actId="21"/>
          <ac:picMkLst>
            <pc:docMk/>
            <pc:sldMk cId="4259741515" sldId="257"/>
            <ac:picMk id="11" creationId="{BD6664BF-39C7-C3F1-B05F-433FD7127D39}"/>
          </ac:picMkLst>
        </pc:picChg>
        <pc:picChg chg="add mod ord">
          <ac:chgData name="Savannah Karin Miller" userId="22c948fc-cece-4b89-9db3-f9f8a6b29aef" providerId="ADAL" clId="{39DE2C0E-7095-495B-81F3-37AFAFAFC50B}" dt="2026-06-26T18:51:41.572" v="373" actId="1076"/>
          <ac:picMkLst>
            <pc:docMk/>
            <pc:sldMk cId="4259741515" sldId="257"/>
            <ac:picMk id="15" creationId="{6504DE86-C433-4C67-A10A-18FB2A1558FA}"/>
          </ac:picMkLst>
        </pc:picChg>
        <pc:picChg chg="add mod modCrop">
          <ac:chgData name="Savannah Karin Miller" userId="22c948fc-cece-4b89-9db3-f9f8a6b29aef" providerId="ADAL" clId="{39DE2C0E-7095-495B-81F3-37AFAFAFC50B}" dt="2026-06-26T18:51:37.335" v="370" actId="1076"/>
          <ac:picMkLst>
            <pc:docMk/>
            <pc:sldMk cId="4259741515" sldId="257"/>
            <ac:picMk id="17" creationId="{61C6AB4A-F126-E6D2-12F7-A10203A59DF8}"/>
          </ac:picMkLst>
        </pc:picChg>
      </pc:sldChg>
      <pc:sldChg chg="addSp delSp modSp new mod ord">
        <pc:chgData name="Savannah Karin Miller" userId="22c948fc-cece-4b89-9db3-f9f8a6b29aef" providerId="ADAL" clId="{39DE2C0E-7095-495B-81F3-37AFAFAFC50B}" dt="2026-06-26T21:55:20.766" v="4024" actId="1076"/>
        <pc:sldMkLst>
          <pc:docMk/>
          <pc:sldMk cId="495232590" sldId="258"/>
        </pc:sldMkLst>
        <pc:spChg chg="del">
          <ac:chgData name="Savannah Karin Miller" userId="22c948fc-cece-4b89-9db3-f9f8a6b29aef" providerId="ADAL" clId="{39DE2C0E-7095-495B-81F3-37AFAFAFC50B}" dt="2026-06-26T18:32:32.110" v="42" actId="22"/>
          <ac:spMkLst>
            <pc:docMk/>
            <pc:sldMk cId="495232590" sldId="258"/>
            <ac:spMk id="3" creationId="{0D2419E3-9260-B3D8-2BFA-B5AC2B115D83}"/>
          </ac:spMkLst>
        </pc:spChg>
        <pc:spChg chg="add mod">
          <ac:chgData name="Savannah Karin Miller" userId="22c948fc-cece-4b89-9db3-f9f8a6b29aef" providerId="ADAL" clId="{39DE2C0E-7095-495B-81F3-37AFAFAFC50B}" dt="2026-06-26T18:35:10.900" v="59" actId="478"/>
          <ac:spMkLst>
            <pc:docMk/>
            <pc:sldMk cId="495232590" sldId="258"/>
            <ac:spMk id="7" creationId="{4F9C5144-6CD8-5435-116D-D6D06A504F64}"/>
          </ac:spMkLst>
        </pc:spChg>
        <pc:picChg chg="add del mod ord">
          <ac:chgData name="Savannah Karin Miller" userId="22c948fc-cece-4b89-9db3-f9f8a6b29aef" providerId="ADAL" clId="{39DE2C0E-7095-495B-81F3-37AFAFAFC50B}" dt="2026-06-26T18:35:10.900" v="59" actId="478"/>
          <ac:picMkLst>
            <pc:docMk/>
            <pc:sldMk cId="495232590" sldId="258"/>
            <ac:picMk id="5" creationId="{E2D6D9CD-DC2A-096B-A4A2-3B885CCECD22}"/>
          </ac:picMkLst>
        </pc:picChg>
        <pc:picChg chg="add mod">
          <ac:chgData name="Savannah Karin Miller" userId="22c948fc-cece-4b89-9db3-f9f8a6b29aef" providerId="ADAL" clId="{39DE2C0E-7095-495B-81F3-37AFAFAFC50B}" dt="2026-06-26T21:55:20.766" v="4024" actId="1076"/>
          <ac:picMkLst>
            <pc:docMk/>
            <pc:sldMk cId="495232590" sldId="258"/>
            <ac:picMk id="9" creationId="{66BE9E60-033F-B639-A4E8-4FB10A3E0440}"/>
          </ac:picMkLst>
        </pc:picChg>
      </pc:sldChg>
      <pc:sldChg chg="addSp delSp modSp new mod setBg modNotesTx">
        <pc:chgData name="Savannah Karin Miller" userId="22c948fc-cece-4b89-9db3-f9f8a6b29aef" providerId="ADAL" clId="{39DE2C0E-7095-495B-81F3-37AFAFAFC50B}" dt="2026-06-26T19:48:53.124" v="2422" actId="20577"/>
        <pc:sldMkLst>
          <pc:docMk/>
          <pc:sldMk cId="945992450" sldId="259"/>
        </pc:sldMkLst>
        <pc:spChg chg="del">
          <ac:chgData name="Savannah Karin Miller" userId="22c948fc-cece-4b89-9db3-f9f8a6b29aef" providerId="ADAL" clId="{39DE2C0E-7095-495B-81F3-37AFAFAFC50B}" dt="2026-06-26T18:36:48.067" v="72" actId="478"/>
          <ac:spMkLst>
            <pc:docMk/>
            <pc:sldMk cId="945992450" sldId="259"/>
            <ac:spMk id="2" creationId="{C67B5017-1AEE-58A3-3F5E-06B2C6801BC4}"/>
          </ac:spMkLst>
        </pc:spChg>
        <pc:spChg chg="del">
          <ac:chgData name="Savannah Karin Miller" userId="22c948fc-cece-4b89-9db3-f9f8a6b29aef" providerId="ADAL" clId="{39DE2C0E-7095-495B-81F3-37AFAFAFC50B}" dt="2026-06-26T18:33:38.805" v="50" actId="931"/>
          <ac:spMkLst>
            <pc:docMk/>
            <pc:sldMk cId="945992450" sldId="259"/>
            <ac:spMk id="3" creationId="{29EF6880-DDD7-3E98-F963-3DEB313FD6A7}"/>
          </ac:spMkLst>
        </pc:spChg>
        <pc:spChg chg="add mod">
          <ac:chgData name="Savannah Karin Miller" userId="22c948fc-cece-4b89-9db3-f9f8a6b29aef" providerId="ADAL" clId="{39DE2C0E-7095-495B-81F3-37AFAFAFC50B}" dt="2026-06-26T19:45:23.162" v="2140" actId="13926"/>
          <ac:spMkLst>
            <pc:docMk/>
            <pc:sldMk cId="945992450" sldId="259"/>
            <ac:spMk id="8" creationId="{68F635AB-7F92-EA4F-BA7D-80C538F8D06A}"/>
          </ac:spMkLst>
        </pc:spChg>
        <pc:spChg chg="add">
          <ac:chgData name="Savannah Karin Miller" userId="22c948fc-cece-4b89-9db3-f9f8a6b29aef" providerId="ADAL" clId="{39DE2C0E-7095-495B-81F3-37AFAFAFC50B}" dt="2026-06-26T18:51:48.211" v="374" actId="26606"/>
          <ac:spMkLst>
            <pc:docMk/>
            <pc:sldMk cId="945992450" sldId="259"/>
            <ac:spMk id="12" creationId="{A9F529C3-C941-49FD-8C67-82F134F64BDB}"/>
          </ac:spMkLst>
        </pc:spChg>
        <pc:spChg chg="add">
          <ac:chgData name="Savannah Karin Miller" userId="22c948fc-cece-4b89-9db3-f9f8a6b29aef" providerId="ADAL" clId="{39DE2C0E-7095-495B-81F3-37AFAFAFC50B}" dt="2026-06-26T18:51:48.211" v="374" actId="26606"/>
          <ac:spMkLst>
            <pc:docMk/>
            <pc:sldMk cId="945992450" sldId="259"/>
            <ac:spMk id="14" creationId="{20586029-32A0-47E5-9AEC-AE3ABA6B94D0}"/>
          </ac:spMkLst>
        </pc:spChg>
        <pc:picChg chg="add mod ord">
          <ac:chgData name="Savannah Karin Miller" userId="22c948fc-cece-4b89-9db3-f9f8a6b29aef" providerId="ADAL" clId="{39DE2C0E-7095-495B-81F3-37AFAFAFC50B}" dt="2026-06-26T18:51:48.211" v="374" actId="26606"/>
          <ac:picMkLst>
            <pc:docMk/>
            <pc:sldMk cId="945992450" sldId="259"/>
            <ac:picMk id="5" creationId="{350A42C3-9F2E-2107-C1ED-023FF354CF8A}"/>
          </ac:picMkLst>
        </pc:picChg>
        <pc:picChg chg="add mod">
          <ac:chgData name="Savannah Karin Miller" userId="22c948fc-cece-4b89-9db3-f9f8a6b29aef" providerId="ADAL" clId="{39DE2C0E-7095-495B-81F3-37AFAFAFC50B}" dt="2026-06-26T18:51:48.211" v="374" actId="26606"/>
          <ac:picMkLst>
            <pc:docMk/>
            <pc:sldMk cId="945992450" sldId="259"/>
            <ac:picMk id="7" creationId="{6BEA2749-6BD9-35B3-C0E4-9F9E29E5932F}"/>
          </ac:picMkLst>
        </pc:picChg>
        <pc:cxnChg chg="add">
          <ac:chgData name="Savannah Karin Miller" userId="22c948fc-cece-4b89-9db3-f9f8a6b29aef" providerId="ADAL" clId="{39DE2C0E-7095-495B-81F3-37AFAFAFC50B}" dt="2026-06-26T18:51:48.211" v="374" actId="26606"/>
          <ac:cxnSpMkLst>
            <pc:docMk/>
            <pc:sldMk cId="945992450" sldId="259"/>
            <ac:cxnSpMk id="16" creationId="{8C730EAB-A532-4295-A302-FB4B90DB9F5E}"/>
          </ac:cxnSpMkLst>
        </pc:cxnChg>
      </pc:sldChg>
      <pc:sldChg chg="addSp delSp modSp new mod">
        <pc:chgData name="Savannah Karin Miller" userId="22c948fc-cece-4b89-9db3-f9f8a6b29aef" providerId="ADAL" clId="{39DE2C0E-7095-495B-81F3-37AFAFAFC50B}" dt="2026-06-26T19:49:40.686" v="2424" actId="20577"/>
        <pc:sldMkLst>
          <pc:docMk/>
          <pc:sldMk cId="1392689227" sldId="260"/>
        </pc:sldMkLst>
        <pc:spChg chg="mod">
          <ac:chgData name="Savannah Karin Miller" userId="22c948fc-cece-4b89-9db3-f9f8a6b29aef" providerId="ADAL" clId="{39DE2C0E-7095-495B-81F3-37AFAFAFC50B}" dt="2026-06-26T19:49:40.686" v="2424" actId="20577"/>
          <ac:spMkLst>
            <pc:docMk/>
            <pc:sldMk cId="1392689227" sldId="260"/>
            <ac:spMk id="2" creationId="{4F7F9011-8916-DA20-3957-71FA2E94C75C}"/>
          </ac:spMkLst>
        </pc:spChg>
        <pc:spChg chg="del">
          <ac:chgData name="Savannah Karin Miller" userId="22c948fc-cece-4b89-9db3-f9f8a6b29aef" providerId="ADAL" clId="{39DE2C0E-7095-495B-81F3-37AFAFAFC50B}" dt="2026-06-26T18:37:58.740" v="77" actId="22"/>
          <ac:spMkLst>
            <pc:docMk/>
            <pc:sldMk cId="1392689227" sldId="260"/>
            <ac:spMk id="3" creationId="{6D264941-9DEC-B299-FD7F-8391B930CA18}"/>
          </ac:spMkLst>
        </pc:spChg>
        <pc:spChg chg="add del mod">
          <ac:chgData name="Savannah Karin Miller" userId="22c948fc-cece-4b89-9db3-f9f8a6b29aef" providerId="ADAL" clId="{39DE2C0E-7095-495B-81F3-37AFAFAFC50B}" dt="2026-06-26T18:38:46.332" v="80" actId="22"/>
          <ac:spMkLst>
            <pc:docMk/>
            <pc:sldMk cId="1392689227" sldId="260"/>
            <ac:spMk id="7" creationId="{B5E3CF04-3238-3A5E-857D-363B754118CB}"/>
          </ac:spMkLst>
        </pc:spChg>
        <pc:spChg chg="add del mod">
          <ac:chgData name="Savannah Karin Miller" userId="22c948fc-cece-4b89-9db3-f9f8a6b29aef" providerId="ADAL" clId="{39DE2C0E-7095-495B-81F3-37AFAFAFC50B}" dt="2026-06-26T18:57:31.139" v="890"/>
          <ac:spMkLst>
            <pc:docMk/>
            <pc:sldMk cId="1392689227" sldId="260"/>
            <ac:spMk id="17" creationId="{D37723B9-94DE-F8C8-CF50-58FF33EAD6F3}"/>
          </ac:spMkLst>
        </pc:spChg>
        <pc:graphicFrameChg chg="add del mod modGraphic">
          <ac:chgData name="Savannah Karin Miller" userId="22c948fc-cece-4b89-9db3-f9f8a6b29aef" providerId="ADAL" clId="{39DE2C0E-7095-495B-81F3-37AFAFAFC50B}" dt="2026-06-26T18:55:21.735" v="812" actId="21"/>
          <ac:graphicFrameMkLst>
            <pc:docMk/>
            <pc:sldMk cId="1392689227" sldId="260"/>
            <ac:graphicFrameMk id="16" creationId="{1989821F-53E4-7A73-A682-710C106C7E1D}"/>
          </ac:graphicFrameMkLst>
        </pc:graphicFrameChg>
        <pc:picChg chg="add del mod ord">
          <ac:chgData name="Savannah Karin Miller" userId="22c948fc-cece-4b89-9db3-f9f8a6b29aef" providerId="ADAL" clId="{39DE2C0E-7095-495B-81F3-37AFAFAFC50B}" dt="2026-06-26T18:38:44.186" v="79" actId="478"/>
          <ac:picMkLst>
            <pc:docMk/>
            <pc:sldMk cId="1392689227" sldId="260"/>
            <ac:picMk id="5" creationId="{4A57FB11-E0BA-057C-D032-90D563165A7D}"/>
          </ac:picMkLst>
        </pc:picChg>
        <pc:picChg chg="add mod ord">
          <ac:chgData name="Savannah Karin Miller" userId="22c948fc-cece-4b89-9db3-f9f8a6b29aef" providerId="ADAL" clId="{39DE2C0E-7095-495B-81F3-37AFAFAFC50B}" dt="2026-06-26T18:57:51.847" v="896" actId="14100"/>
          <ac:picMkLst>
            <pc:docMk/>
            <pc:sldMk cId="1392689227" sldId="260"/>
            <ac:picMk id="9" creationId="{97685BA2-31B0-8518-5D37-C3397CE42224}"/>
          </ac:picMkLst>
        </pc:picChg>
        <pc:picChg chg="add del mod">
          <ac:chgData name="Savannah Karin Miller" userId="22c948fc-cece-4b89-9db3-f9f8a6b29aef" providerId="ADAL" clId="{39DE2C0E-7095-495B-81F3-37AFAFAFC50B}" dt="2026-06-26T18:41:31.556" v="88" actId="478"/>
          <ac:picMkLst>
            <pc:docMk/>
            <pc:sldMk cId="1392689227" sldId="260"/>
            <ac:picMk id="11" creationId="{D65A0A3A-43EC-4580-DE6F-99F0C0E9AEA5}"/>
          </ac:picMkLst>
        </pc:picChg>
        <pc:picChg chg="add del mod">
          <ac:chgData name="Savannah Karin Miller" userId="22c948fc-cece-4b89-9db3-f9f8a6b29aef" providerId="ADAL" clId="{39DE2C0E-7095-495B-81F3-37AFAFAFC50B}" dt="2026-06-26T18:55:42.273" v="818" actId="21"/>
          <ac:picMkLst>
            <pc:docMk/>
            <pc:sldMk cId="1392689227" sldId="260"/>
            <ac:picMk id="13" creationId="{5E7B118C-D539-8B11-363B-1ECC26E9A00C}"/>
          </ac:picMkLst>
        </pc:picChg>
        <pc:picChg chg="add del mod">
          <ac:chgData name="Savannah Karin Miller" userId="22c948fc-cece-4b89-9db3-f9f8a6b29aef" providerId="ADAL" clId="{39DE2C0E-7095-495B-81F3-37AFAFAFC50B}" dt="2026-06-26T18:55:42.273" v="818" actId="21"/>
          <ac:picMkLst>
            <pc:docMk/>
            <pc:sldMk cId="1392689227" sldId="260"/>
            <ac:picMk id="15" creationId="{FD17C89A-56DA-FB86-F30C-1DF4A490317D}"/>
          </ac:picMkLst>
        </pc:picChg>
      </pc:sldChg>
      <pc:sldChg chg="addSp delSp modSp new mod modNotesTx">
        <pc:chgData name="Savannah Karin Miller" userId="22c948fc-cece-4b89-9db3-f9f8a6b29aef" providerId="ADAL" clId="{39DE2C0E-7095-495B-81F3-37AFAFAFC50B}" dt="2026-06-26T19:54:34.020" v="2565" actId="20577"/>
        <pc:sldMkLst>
          <pc:docMk/>
          <pc:sldMk cId="656311753" sldId="261"/>
        </pc:sldMkLst>
        <pc:spChg chg="mod">
          <ac:chgData name="Savannah Karin Miller" userId="22c948fc-cece-4b89-9db3-f9f8a6b29aef" providerId="ADAL" clId="{39DE2C0E-7095-495B-81F3-37AFAFAFC50B}" dt="2026-06-26T18:58:05.401" v="898" actId="1076"/>
          <ac:spMkLst>
            <pc:docMk/>
            <pc:sldMk cId="656311753" sldId="261"/>
            <ac:spMk id="2" creationId="{5EE405B3-D14B-DCE9-C56F-A734CA83DD2E}"/>
          </ac:spMkLst>
        </pc:spChg>
        <pc:spChg chg="del mod">
          <ac:chgData name="Savannah Karin Miller" userId="22c948fc-cece-4b89-9db3-f9f8a6b29aef" providerId="ADAL" clId="{39DE2C0E-7095-495B-81F3-37AFAFAFC50B}" dt="2026-06-26T18:56:18.435" v="859" actId="478"/>
          <ac:spMkLst>
            <pc:docMk/>
            <pc:sldMk cId="656311753" sldId="261"/>
            <ac:spMk id="3" creationId="{8E30653F-AD98-B945-8CB0-268C78A9D0AA}"/>
          </ac:spMkLst>
        </pc:spChg>
        <pc:spChg chg="add mod">
          <ac:chgData name="Savannah Karin Miller" userId="22c948fc-cece-4b89-9db3-f9f8a6b29aef" providerId="ADAL" clId="{39DE2C0E-7095-495B-81F3-37AFAFAFC50B}" dt="2026-06-26T18:58:25.082" v="910" actId="1076"/>
          <ac:spMkLst>
            <pc:docMk/>
            <pc:sldMk cId="656311753" sldId="261"/>
            <ac:spMk id="4" creationId="{EDBB0165-2A69-DB44-FE57-CB6073AA3AEB}"/>
          </ac:spMkLst>
        </pc:spChg>
        <pc:picChg chg="add mod">
          <ac:chgData name="Savannah Karin Miller" userId="22c948fc-cece-4b89-9db3-f9f8a6b29aef" providerId="ADAL" clId="{39DE2C0E-7095-495B-81F3-37AFAFAFC50B}" dt="2026-06-26T18:58:22.723" v="909" actId="1076"/>
          <ac:picMkLst>
            <pc:docMk/>
            <pc:sldMk cId="656311753" sldId="261"/>
            <ac:picMk id="13" creationId="{5E7B118C-D539-8B11-363B-1ECC26E9A00C}"/>
          </ac:picMkLst>
        </pc:picChg>
        <pc:picChg chg="add mod">
          <ac:chgData name="Savannah Karin Miller" userId="22c948fc-cece-4b89-9db3-f9f8a6b29aef" providerId="ADAL" clId="{39DE2C0E-7095-495B-81F3-37AFAFAFC50B}" dt="2026-06-26T18:58:17.861" v="906" actId="1076"/>
          <ac:picMkLst>
            <pc:docMk/>
            <pc:sldMk cId="656311753" sldId="261"/>
            <ac:picMk id="15" creationId="{FD17C89A-56DA-FB86-F30C-1DF4A490317D}"/>
          </ac:picMkLst>
        </pc:picChg>
      </pc:sldChg>
      <pc:sldChg chg="addSp delSp modSp new del mod">
        <pc:chgData name="Savannah Karin Miller" userId="22c948fc-cece-4b89-9db3-f9f8a6b29aef" providerId="ADAL" clId="{39DE2C0E-7095-495B-81F3-37AFAFAFC50B}" dt="2026-06-26T18:48:51.511" v="268" actId="2696"/>
        <pc:sldMkLst>
          <pc:docMk/>
          <pc:sldMk cId="1538679682" sldId="261"/>
        </pc:sldMkLst>
        <pc:spChg chg="mod">
          <ac:chgData name="Savannah Karin Miller" userId="22c948fc-cece-4b89-9db3-f9f8a6b29aef" providerId="ADAL" clId="{39DE2C0E-7095-495B-81F3-37AFAFAFC50B}" dt="2026-06-26T18:47:38.051" v="248" actId="21"/>
          <ac:spMkLst>
            <pc:docMk/>
            <pc:sldMk cId="1538679682" sldId="261"/>
            <ac:spMk id="2" creationId="{CE0132EB-574C-A397-6F65-11A9A7F951F8}"/>
          </ac:spMkLst>
        </pc:spChg>
        <pc:spChg chg="del">
          <ac:chgData name="Savannah Karin Miller" userId="22c948fc-cece-4b89-9db3-f9f8a6b29aef" providerId="ADAL" clId="{39DE2C0E-7095-495B-81F3-37AFAFAFC50B}" dt="2026-06-26T18:44:45.565" v="96" actId="3680"/>
          <ac:spMkLst>
            <pc:docMk/>
            <pc:sldMk cId="1538679682" sldId="261"/>
            <ac:spMk id="3" creationId="{0DA7720B-B7C8-8C0D-C2CA-9CE6679629D9}"/>
          </ac:spMkLst>
        </pc:spChg>
        <pc:spChg chg="add mod">
          <ac:chgData name="Savannah Karin Miller" userId="22c948fc-cece-4b89-9db3-f9f8a6b29aef" providerId="ADAL" clId="{39DE2C0E-7095-495B-81F3-37AFAFAFC50B}" dt="2026-06-26T18:48:47.038" v="267" actId="21"/>
          <ac:spMkLst>
            <pc:docMk/>
            <pc:sldMk cId="1538679682" sldId="261"/>
            <ac:spMk id="6" creationId="{2C9B0ED1-E73A-7EF8-972D-D7C26A629498}"/>
          </ac:spMkLst>
        </pc:spChg>
        <pc:graphicFrameChg chg="add del mod ord modGraphic">
          <ac:chgData name="Savannah Karin Miller" userId="22c948fc-cece-4b89-9db3-f9f8a6b29aef" providerId="ADAL" clId="{39DE2C0E-7095-495B-81F3-37AFAFAFC50B}" dt="2026-06-26T18:48:47.038" v="267" actId="21"/>
          <ac:graphicFrameMkLst>
            <pc:docMk/>
            <pc:sldMk cId="1538679682" sldId="261"/>
            <ac:graphicFrameMk id="4" creationId="{EC65944D-EC34-1866-1D4B-023B90718667}"/>
          </ac:graphicFrameMkLst>
        </pc:graphicFrameChg>
      </pc:sldChg>
      <pc:sldChg chg="addSp delSp modSp new mod">
        <pc:chgData name="Savannah Karin Miller" userId="22c948fc-cece-4b89-9db3-f9f8a6b29aef" providerId="ADAL" clId="{39DE2C0E-7095-495B-81F3-37AFAFAFC50B}" dt="2026-06-26T19:52:05.924" v="2482" actId="313"/>
        <pc:sldMkLst>
          <pc:docMk/>
          <pc:sldMk cId="1646422892" sldId="262"/>
        </pc:sldMkLst>
        <pc:spChg chg="mod">
          <ac:chgData name="Savannah Karin Miller" userId="22c948fc-cece-4b89-9db3-f9f8a6b29aef" providerId="ADAL" clId="{39DE2C0E-7095-495B-81F3-37AFAFAFC50B}" dt="2026-06-26T19:52:05.924" v="2482" actId="313"/>
          <ac:spMkLst>
            <pc:docMk/>
            <pc:sldMk cId="1646422892" sldId="262"/>
            <ac:spMk id="2" creationId="{4CBE8196-D460-FAE9-9DCB-5A3D5ABA4165}"/>
          </ac:spMkLst>
        </pc:spChg>
        <pc:spChg chg="del mod">
          <ac:chgData name="Savannah Karin Miller" userId="22c948fc-cece-4b89-9db3-f9f8a6b29aef" providerId="ADAL" clId="{39DE2C0E-7095-495B-81F3-37AFAFAFC50B}" dt="2026-06-26T19:00:15.189" v="1033" actId="478"/>
          <ac:spMkLst>
            <pc:docMk/>
            <pc:sldMk cId="1646422892" sldId="262"/>
            <ac:spMk id="3" creationId="{4A8DEB7E-5FA6-B320-40D6-2868ACAC653E}"/>
          </ac:spMkLst>
        </pc:spChg>
        <pc:graphicFrameChg chg="add mod modGraphic">
          <ac:chgData name="Savannah Karin Miller" userId="22c948fc-cece-4b89-9db3-f9f8a6b29aef" providerId="ADAL" clId="{39DE2C0E-7095-495B-81F3-37AFAFAFC50B}" dt="2026-06-26T19:00:21.578" v="1036" actId="14100"/>
          <ac:graphicFrameMkLst>
            <pc:docMk/>
            <pc:sldMk cId="1646422892" sldId="262"/>
            <ac:graphicFrameMk id="16" creationId="{1989821F-53E4-7A73-A682-710C106C7E1D}"/>
          </ac:graphicFrameMkLst>
        </pc:graphicFrameChg>
      </pc:sldChg>
      <pc:sldChg chg="addSp delSp modSp new mod setBg modNotesTx">
        <pc:chgData name="Savannah Karin Miller" userId="22c948fc-cece-4b89-9db3-f9f8a6b29aef" providerId="ADAL" clId="{39DE2C0E-7095-495B-81F3-37AFAFAFC50B}" dt="2026-06-26T20:09:05.425" v="3125" actId="20577"/>
        <pc:sldMkLst>
          <pc:docMk/>
          <pc:sldMk cId="3407976865" sldId="263"/>
        </pc:sldMkLst>
        <pc:spChg chg="del">
          <ac:chgData name="Savannah Karin Miller" userId="22c948fc-cece-4b89-9db3-f9f8a6b29aef" providerId="ADAL" clId="{39DE2C0E-7095-495B-81F3-37AFAFAFC50B}" dt="2026-06-26T19:00:57.323" v="1042" actId="478"/>
          <ac:spMkLst>
            <pc:docMk/>
            <pc:sldMk cId="3407976865" sldId="263"/>
            <ac:spMk id="2" creationId="{9C2891F0-9325-71AF-1B6F-FE51BA1C343B}"/>
          </ac:spMkLst>
        </pc:spChg>
        <pc:spChg chg="del">
          <ac:chgData name="Savannah Karin Miller" userId="22c948fc-cece-4b89-9db3-f9f8a6b29aef" providerId="ADAL" clId="{39DE2C0E-7095-495B-81F3-37AFAFAFC50B}" dt="2026-06-26T19:00:43.492" v="1039" actId="931"/>
          <ac:spMkLst>
            <pc:docMk/>
            <pc:sldMk cId="3407976865" sldId="263"/>
            <ac:spMk id="3" creationId="{FACF9DB2-D6C9-F93E-B776-2CB5E6652926}"/>
          </ac:spMkLst>
        </pc:spChg>
        <pc:picChg chg="add mod ord">
          <ac:chgData name="Savannah Karin Miller" userId="22c948fc-cece-4b89-9db3-f9f8a6b29aef" providerId="ADAL" clId="{39DE2C0E-7095-495B-81F3-37AFAFAFC50B}" dt="2026-06-26T19:27:33.502" v="1147" actId="1076"/>
          <ac:picMkLst>
            <pc:docMk/>
            <pc:sldMk cId="3407976865" sldId="263"/>
            <ac:picMk id="5" creationId="{B55BED09-E7B7-5C0C-2DA8-3F2A3ED62C5A}"/>
          </ac:picMkLst>
        </pc:picChg>
        <pc:picChg chg="add del mod">
          <ac:chgData name="Savannah Karin Miller" userId="22c948fc-cece-4b89-9db3-f9f8a6b29aef" providerId="ADAL" clId="{39DE2C0E-7095-495B-81F3-37AFAFAFC50B}" dt="2026-06-26T19:07:45.577" v="1117" actId="21"/>
          <ac:picMkLst>
            <pc:docMk/>
            <pc:sldMk cId="3407976865" sldId="263"/>
            <ac:picMk id="7" creationId="{04ED80EB-DB2A-9FC7-B670-ECBBA55D09DA}"/>
          </ac:picMkLst>
        </pc:picChg>
        <pc:picChg chg="add mod">
          <ac:chgData name="Savannah Karin Miller" userId="22c948fc-cece-4b89-9db3-f9f8a6b29aef" providerId="ADAL" clId="{39DE2C0E-7095-495B-81F3-37AFAFAFC50B}" dt="2026-06-26T19:27:34.559" v="1148" actId="1076"/>
          <ac:picMkLst>
            <pc:docMk/>
            <pc:sldMk cId="3407976865" sldId="263"/>
            <ac:picMk id="8" creationId="{04ED80EB-DB2A-9FC7-B670-ECBBA55D09DA}"/>
          </ac:picMkLst>
        </pc:picChg>
      </pc:sldChg>
      <pc:sldChg chg="addSp delSp modSp new mod modNotesTx">
        <pc:chgData name="Savannah Karin Miller" userId="22c948fc-cece-4b89-9db3-f9f8a6b29aef" providerId="ADAL" clId="{39DE2C0E-7095-495B-81F3-37AFAFAFC50B}" dt="2026-06-26T20:20:47.698" v="3444" actId="20577"/>
        <pc:sldMkLst>
          <pc:docMk/>
          <pc:sldMk cId="2146656366" sldId="264"/>
        </pc:sldMkLst>
        <pc:spChg chg="mod">
          <ac:chgData name="Savannah Karin Miller" userId="22c948fc-cece-4b89-9db3-f9f8a6b29aef" providerId="ADAL" clId="{39DE2C0E-7095-495B-81F3-37AFAFAFC50B}" dt="2026-06-26T19:28:03.285" v="1256" actId="20577"/>
          <ac:spMkLst>
            <pc:docMk/>
            <pc:sldMk cId="2146656366" sldId="264"/>
            <ac:spMk id="2" creationId="{CE48B510-1400-9903-FF29-F292632EABDC}"/>
          </ac:spMkLst>
        </pc:spChg>
        <pc:spChg chg="del">
          <ac:chgData name="Savannah Karin Miller" userId="22c948fc-cece-4b89-9db3-f9f8a6b29aef" providerId="ADAL" clId="{39DE2C0E-7095-495B-81F3-37AFAFAFC50B}" dt="2026-06-26T19:02:46.368" v="1047" actId="931"/>
          <ac:spMkLst>
            <pc:docMk/>
            <pc:sldMk cId="2146656366" sldId="264"/>
            <ac:spMk id="3" creationId="{38C07A2C-CF6A-35F0-3E57-AC08B09C449A}"/>
          </ac:spMkLst>
        </pc:spChg>
        <pc:picChg chg="add mod ord">
          <ac:chgData name="Savannah Karin Miller" userId="22c948fc-cece-4b89-9db3-f9f8a6b29aef" providerId="ADAL" clId="{39DE2C0E-7095-495B-81F3-37AFAFAFC50B}" dt="2026-06-26T20:14:21.260" v="3213" actId="14100"/>
          <ac:picMkLst>
            <pc:docMk/>
            <pc:sldMk cId="2146656366" sldId="264"/>
            <ac:picMk id="5" creationId="{B3508A02-D863-03B7-19E3-669FDA595AF8}"/>
          </ac:picMkLst>
        </pc:picChg>
        <pc:picChg chg="add del mod">
          <ac:chgData name="Savannah Karin Miller" userId="22c948fc-cece-4b89-9db3-f9f8a6b29aef" providerId="ADAL" clId="{39DE2C0E-7095-495B-81F3-37AFAFAFC50B}" dt="2026-06-26T19:03:52.497" v="1062" actId="21"/>
          <ac:picMkLst>
            <pc:docMk/>
            <pc:sldMk cId="2146656366" sldId="264"/>
            <ac:picMk id="7" creationId="{AFC1BE44-F459-C02E-F04B-2603D986A00A}"/>
          </ac:picMkLst>
        </pc:picChg>
        <pc:picChg chg="add del mod">
          <ac:chgData name="Savannah Karin Miller" userId="22c948fc-cece-4b89-9db3-f9f8a6b29aef" providerId="ADAL" clId="{39DE2C0E-7095-495B-81F3-37AFAFAFC50B}" dt="2026-06-26T19:03:57.217" v="1064" actId="21"/>
          <ac:picMkLst>
            <pc:docMk/>
            <pc:sldMk cId="2146656366" sldId="264"/>
            <ac:picMk id="9" creationId="{97049C0D-BBBF-334D-ECE3-466F6F097C74}"/>
          </ac:picMkLst>
        </pc:picChg>
        <pc:picChg chg="add del mod">
          <ac:chgData name="Savannah Karin Miller" userId="22c948fc-cece-4b89-9db3-f9f8a6b29aef" providerId="ADAL" clId="{39DE2C0E-7095-495B-81F3-37AFAFAFC50B}" dt="2026-06-26T19:04:33.427" v="1076" actId="21"/>
          <ac:picMkLst>
            <pc:docMk/>
            <pc:sldMk cId="2146656366" sldId="264"/>
            <ac:picMk id="11" creationId="{16744A28-B31D-07DC-B7DD-A3EE54937262}"/>
          </ac:picMkLst>
        </pc:picChg>
        <pc:picChg chg="add mod">
          <ac:chgData name="Savannah Karin Miller" userId="22c948fc-cece-4b89-9db3-f9f8a6b29aef" providerId="ADAL" clId="{39DE2C0E-7095-495B-81F3-37AFAFAFC50B}" dt="2026-06-26T19:07:03.814" v="1115" actId="14100"/>
          <ac:picMkLst>
            <pc:docMk/>
            <pc:sldMk cId="2146656366" sldId="264"/>
            <ac:picMk id="13" creationId="{E359E4DE-2BE7-2D7C-B5F3-8B1A436E40DE}"/>
          </ac:picMkLst>
        </pc:picChg>
      </pc:sldChg>
      <pc:sldChg chg="addSp delSp modSp new del mod setBg">
        <pc:chgData name="Savannah Karin Miller" userId="22c948fc-cece-4b89-9db3-f9f8a6b29aef" providerId="ADAL" clId="{39DE2C0E-7095-495B-81F3-37AFAFAFC50B}" dt="2026-06-26T19:06:36.925" v="1109" actId="2696"/>
        <pc:sldMkLst>
          <pc:docMk/>
          <pc:sldMk cId="2203692697" sldId="265"/>
        </pc:sldMkLst>
        <pc:spChg chg="mod">
          <ac:chgData name="Savannah Karin Miller" userId="22c948fc-cece-4b89-9db3-f9f8a6b29aef" providerId="ADAL" clId="{39DE2C0E-7095-495B-81F3-37AFAFAFC50B}" dt="2026-06-26T19:05:33.188" v="1089" actId="14100"/>
          <ac:spMkLst>
            <pc:docMk/>
            <pc:sldMk cId="2203692697" sldId="265"/>
            <ac:spMk id="2" creationId="{0C193505-0FB2-7BE3-81CE-0F41F0CCCB97}"/>
          </ac:spMkLst>
        </pc:spChg>
        <pc:spChg chg="del">
          <ac:chgData name="Savannah Karin Miller" userId="22c948fc-cece-4b89-9db3-f9f8a6b29aef" providerId="ADAL" clId="{39DE2C0E-7095-495B-81F3-37AFAFAFC50B}" dt="2026-06-26T19:03:54.773" v="1063"/>
          <ac:spMkLst>
            <pc:docMk/>
            <pc:sldMk cId="2203692697" sldId="265"/>
            <ac:spMk id="3" creationId="{36F928C5-1B7E-676D-F6CE-DB58A78967FB}"/>
          </ac:spMkLst>
        </pc:spChg>
        <pc:spChg chg="add mod">
          <ac:chgData name="Savannah Karin Miller" userId="22c948fc-cece-4b89-9db3-f9f8a6b29aef" providerId="ADAL" clId="{39DE2C0E-7095-495B-81F3-37AFAFAFC50B}" dt="2026-06-26T19:05:51.864" v="1093" actId="21"/>
          <ac:spMkLst>
            <pc:docMk/>
            <pc:sldMk cId="2203692697" sldId="265"/>
            <ac:spMk id="5" creationId="{21C270A4-6896-EC3C-0656-732F55C23420}"/>
          </ac:spMkLst>
        </pc:spChg>
        <pc:spChg chg="add del">
          <ac:chgData name="Savannah Karin Miller" userId="22c948fc-cece-4b89-9db3-f9f8a6b29aef" providerId="ADAL" clId="{39DE2C0E-7095-495B-81F3-37AFAFAFC50B}" dt="2026-06-26T19:05:27.457" v="1085" actId="26606"/>
          <ac:spMkLst>
            <pc:docMk/>
            <pc:sldMk cId="2203692697" sldId="265"/>
            <ac:spMk id="15" creationId="{24325A45-C01E-1C3D-3452-8D5B903F1932}"/>
          </ac:spMkLst>
        </pc:spChg>
        <pc:spChg chg="add del">
          <ac:chgData name="Savannah Karin Miller" userId="22c948fc-cece-4b89-9db3-f9f8a6b29aef" providerId="ADAL" clId="{39DE2C0E-7095-495B-81F3-37AFAFAFC50B}" dt="2026-06-26T19:05:00.685" v="1081" actId="26606"/>
          <ac:spMkLst>
            <pc:docMk/>
            <pc:sldMk cId="2203692697" sldId="265"/>
            <ac:spMk id="16" creationId="{5AC43B5F-CE3F-4DB7-8215-9ACF03FB5F2E}"/>
          </ac:spMkLst>
        </pc:spChg>
        <pc:spChg chg="add del">
          <ac:chgData name="Savannah Karin Miller" userId="22c948fc-cece-4b89-9db3-f9f8a6b29aef" providerId="ADAL" clId="{39DE2C0E-7095-495B-81F3-37AFAFAFC50B}" dt="2026-06-26T19:05:18.136" v="1083" actId="26606"/>
          <ac:spMkLst>
            <pc:docMk/>
            <pc:sldMk cId="2203692697" sldId="265"/>
            <ac:spMk id="22" creationId="{ADA216DF-C268-4A25-A2DC-51E15F55003F}"/>
          </ac:spMkLst>
        </pc:spChg>
        <pc:spChg chg="add del">
          <ac:chgData name="Savannah Karin Miller" userId="22c948fc-cece-4b89-9db3-f9f8a6b29aef" providerId="ADAL" clId="{39DE2C0E-7095-495B-81F3-37AFAFAFC50B}" dt="2026-06-26T19:05:18.136" v="1083" actId="26606"/>
          <ac:spMkLst>
            <pc:docMk/>
            <pc:sldMk cId="2203692697" sldId="265"/>
            <ac:spMk id="23" creationId="{DE127D07-37F2-4FE3-9F47-F0CD6740D5D8}"/>
          </ac:spMkLst>
        </pc:spChg>
        <pc:spChg chg="add del">
          <ac:chgData name="Savannah Karin Miller" userId="22c948fc-cece-4b89-9db3-f9f8a6b29aef" providerId="ADAL" clId="{39DE2C0E-7095-495B-81F3-37AFAFAFC50B}" dt="2026-06-26T19:05:27.457" v="1085" actId="26606"/>
          <ac:spMkLst>
            <pc:docMk/>
            <pc:sldMk cId="2203692697" sldId="265"/>
            <ac:spMk id="25" creationId="{114C78B5-EC6B-4A39-8860-705100867457}"/>
          </ac:spMkLst>
        </pc:spChg>
        <pc:spChg chg="add">
          <ac:chgData name="Savannah Karin Miller" userId="22c948fc-cece-4b89-9db3-f9f8a6b29aef" providerId="ADAL" clId="{39DE2C0E-7095-495B-81F3-37AFAFAFC50B}" dt="2026-06-26T19:05:27.464" v="1086" actId="26606"/>
          <ac:spMkLst>
            <pc:docMk/>
            <pc:sldMk cId="2203692697" sldId="265"/>
            <ac:spMk id="28" creationId="{ADA216DF-C268-4A25-A2DC-51E15F55003F}"/>
          </ac:spMkLst>
        </pc:spChg>
        <pc:spChg chg="add">
          <ac:chgData name="Savannah Karin Miller" userId="22c948fc-cece-4b89-9db3-f9f8a6b29aef" providerId="ADAL" clId="{39DE2C0E-7095-495B-81F3-37AFAFAFC50B}" dt="2026-06-26T19:05:27.464" v="1086" actId="26606"/>
          <ac:spMkLst>
            <pc:docMk/>
            <pc:sldMk cId="2203692697" sldId="265"/>
            <ac:spMk id="29" creationId="{DE127D07-37F2-4FE3-9F47-F0CD6740D5D8}"/>
          </ac:spMkLst>
        </pc:spChg>
        <pc:grpChg chg="add del">
          <ac:chgData name="Savannah Karin Miller" userId="22c948fc-cece-4b89-9db3-f9f8a6b29aef" providerId="ADAL" clId="{39DE2C0E-7095-495B-81F3-37AFAFAFC50B}" dt="2026-06-26T19:05:00.685" v="1081" actId="26606"/>
          <ac:grpSpMkLst>
            <pc:docMk/>
            <pc:sldMk cId="2203692697" sldId="265"/>
            <ac:grpSpMk id="18" creationId="{F938B951-7EFC-40A2-B198-E73D39DFB3FC}"/>
          </ac:grpSpMkLst>
        </pc:grpChg>
        <pc:grpChg chg="add del">
          <ac:chgData name="Savannah Karin Miller" userId="22c948fc-cece-4b89-9db3-f9f8a6b29aef" providerId="ADAL" clId="{39DE2C0E-7095-495B-81F3-37AFAFAFC50B}" dt="2026-06-26T19:05:27.457" v="1085" actId="26606"/>
          <ac:grpSpMkLst>
            <pc:docMk/>
            <pc:sldMk cId="2203692697" sldId="265"/>
            <ac:grpSpMk id="20" creationId="{A50943B0-FDF7-4C2C-B784-9208C945A8C3}"/>
          </ac:grpSpMkLst>
        </pc:grpChg>
        <pc:picChg chg="add del mod">
          <ac:chgData name="Savannah Karin Miller" userId="22c948fc-cece-4b89-9db3-f9f8a6b29aef" providerId="ADAL" clId="{39DE2C0E-7095-495B-81F3-37AFAFAFC50B}" dt="2026-06-26T19:05:51.864" v="1093" actId="21"/>
          <ac:picMkLst>
            <pc:docMk/>
            <pc:sldMk cId="2203692697" sldId="265"/>
            <ac:picMk id="7" creationId="{AFC1BE44-F459-C02E-F04B-2603D986A00A}"/>
          </ac:picMkLst>
        </pc:picChg>
        <pc:picChg chg="add del mod ord">
          <ac:chgData name="Savannah Karin Miller" userId="22c948fc-cece-4b89-9db3-f9f8a6b29aef" providerId="ADAL" clId="{39DE2C0E-7095-495B-81F3-37AFAFAFC50B}" dt="2026-06-26T19:06:15.506" v="1101" actId="21"/>
          <ac:picMkLst>
            <pc:docMk/>
            <pc:sldMk cId="2203692697" sldId="265"/>
            <ac:picMk id="9" creationId="{97049C0D-BBBF-334D-ECE3-466F6F097C74}"/>
          </ac:picMkLst>
        </pc:picChg>
        <pc:picChg chg="add del mod ord">
          <ac:chgData name="Savannah Karin Miller" userId="22c948fc-cece-4b89-9db3-f9f8a6b29aef" providerId="ADAL" clId="{39DE2C0E-7095-495B-81F3-37AFAFAFC50B}" dt="2026-06-26T19:05:43.719" v="1091" actId="21"/>
          <ac:picMkLst>
            <pc:docMk/>
            <pc:sldMk cId="2203692697" sldId="265"/>
            <ac:picMk id="11" creationId="{16744A28-B31D-07DC-B7DD-A3EE54937262}"/>
          </ac:picMkLst>
        </pc:picChg>
      </pc:sldChg>
      <pc:sldChg chg="addSp delSp modSp new mod setBg modNotesTx">
        <pc:chgData name="Savannah Karin Miller" userId="22c948fc-cece-4b89-9db3-f9f8a6b29aef" providerId="ADAL" clId="{39DE2C0E-7095-495B-81F3-37AFAFAFC50B}" dt="2026-06-26T20:32:17.243" v="3909" actId="20577"/>
        <pc:sldMkLst>
          <pc:docMk/>
          <pc:sldMk cId="4237715813" sldId="266"/>
        </pc:sldMkLst>
        <pc:spChg chg="mod">
          <ac:chgData name="Savannah Karin Miller" userId="22c948fc-cece-4b89-9db3-f9f8a6b29aef" providerId="ADAL" clId="{39DE2C0E-7095-495B-81F3-37AFAFAFC50B}" dt="2026-06-26T19:28:26.983" v="1321" actId="20577"/>
          <ac:spMkLst>
            <pc:docMk/>
            <pc:sldMk cId="4237715813" sldId="266"/>
            <ac:spMk id="2" creationId="{DE47F629-7F9D-B2F9-3160-9164D59549AB}"/>
          </ac:spMkLst>
        </pc:spChg>
        <pc:spChg chg="del">
          <ac:chgData name="Savannah Karin Miller" userId="22c948fc-cece-4b89-9db3-f9f8a6b29aef" providerId="ADAL" clId="{39DE2C0E-7095-495B-81F3-37AFAFAFC50B}" dt="2026-06-26T19:05:59.503" v="1095" actId="478"/>
          <ac:spMkLst>
            <pc:docMk/>
            <pc:sldMk cId="4237715813" sldId="266"/>
            <ac:spMk id="3" creationId="{A6B66F88-399A-0673-45CF-B7773076C072}"/>
          </ac:spMkLst>
        </pc:spChg>
        <pc:spChg chg="del">
          <ac:chgData name="Savannah Karin Miller" userId="22c948fc-cece-4b89-9db3-f9f8a6b29aef" providerId="ADAL" clId="{39DE2C0E-7095-495B-81F3-37AFAFAFC50B}" dt="2026-06-26T19:05:48.465" v="1092"/>
          <ac:spMkLst>
            <pc:docMk/>
            <pc:sldMk cId="4237715813" sldId="266"/>
            <ac:spMk id="4" creationId="{79B912F0-3A65-E3FB-DF55-01F91F541969}"/>
          </ac:spMkLst>
        </pc:spChg>
        <pc:spChg chg="del">
          <ac:chgData name="Savannah Karin Miller" userId="22c948fc-cece-4b89-9db3-f9f8a6b29aef" providerId="ADAL" clId="{39DE2C0E-7095-495B-81F3-37AFAFAFC50B}" dt="2026-06-26T19:06:01.899" v="1096" actId="478"/>
          <ac:spMkLst>
            <pc:docMk/>
            <pc:sldMk cId="4237715813" sldId="266"/>
            <ac:spMk id="5" creationId="{578819F0-7C0A-DD23-E8D1-C615ACEC4788}"/>
          </ac:spMkLst>
        </pc:spChg>
        <pc:spChg chg="del">
          <ac:chgData name="Savannah Karin Miller" userId="22c948fc-cece-4b89-9db3-f9f8a6b29aef" providerId="ADAL" clId="{39DE2C0E-7095-495B-81F3-37AFAFAFC50B}" dt="2026-06-26T19:05:55.674" v="1094"/>
          <ac:spMkLst>
            <pc:docMk/>
            <pc:sldMk cId="4237715813" sldId="266"/>
            <ac:spMk id="6" creationId="{14FBD633-8785-8E0C-52D6-FC3627127A42}"/>
          </ac:spMkLst>
        </pc:spChg>
        <pc:spChg chg="add del">
          <ac:chgData name="Savannah Karin Miller" userId="22c948fc-cece-4b89-9db3-f9f8a6b29aef" providerId="ADAL" clId="{39DE2C0E-7095-495B-81F3-37AFAFAFC50B}" dt="2026-06-26T19:06:29.275" v="1106" actId="26606"/>
          <ac:spMkLst>
            <pc:docMk/>
            <pc:sldMk cId="4237715813" sldId="266"/>
            <ac:spMk id="15" creationId="{70B4CA23-5EB0-1014-8B87-DC30EEC6BCFF}"/>
          </ac:spMkLst>
        </pc:spChg>
        <pc:spChg chg="add del">
          <ac:chgData name="Savannah Karin Miller" userId="22c948fc-cece-4b89-9db3-f9f8a6b29aef" providerId="ADAL" clId="{39DE2C0E-7095-495B-81F3-37AFAFAFC50B}" dt="2026-06-26T19:06:24.578" v="1104" actId="26606"/>
          <ac:spMkLst>
            <pc:docMk/>
            <pc:sldMk cId="4237715813" sldId="266"/>
            <ac:spMk id="16" creationId="{7C98A213-5994-475E-B327-DC6EC27FBA8B}"/>
          </ac:spMkLst>
        </pc:spChg>
        <pc:spChg chg="add del">
          <ac:chgData name="Savannah Karin Miller" userId="22c948fc-cece-4b89-9db3-f9f8a6b29aef" providerId="ADAL" clId="{39DE2C0E-7095-495B-81F3-37AFAFAFC50B}" dt="2026-06-26T19:06:24.578" v="1104" actId="26606"/>
          <ac:spMkLst>
            <pc:docMk/>
            <pc:sldMk cId="4237715813" sldId="266"/>
            <ac:spMk id="18" creationId="{4B030A0D-0DAD-4A99-89BB-419527D6A64B}"/>
          </ac:spMkLst>
        </pc:spChg>
        <pc:spChg chg="add del">
          <ac:chgData name="Savannah Karin Miller" userId="22c948fc-cece-4b89-9db3-f9f8a6b29aef" providerId="ADAL" clId="{39DE2C0E-7095-495B-81F3-37AFAFAFC50B}" dt="2026-06-26T19:06:29.275" v="1106" actId="26606"/>
          <ac:spMkLst>
            <pc:docMk/>
            <pc:sldMk cId="4237715813" sldId="266"/>
            <ac:spMk id="23" creationId="{4DD35268-6FBE-0BCD-C050-3F804C7C54A2}"/>
          </ac:spMkLst>
        </pc:spChg>
        <pc:grpChg chg="add del">
          <ac:chgData name="Savannah Karin Miller" userId="22c948fc-cece-4b89-9db3-f9f8a6b29aef" providerId="ADAL" clId="{39DE2C0E-7095-495B-81F3-37AFAFAFC50B}" dt="2026-06-26T19:06:29.275" v="1106" actId="26606"/>
          <ac:grpSpMkLst>
            <pc:docMk/>
            <pc:sldMk cId="4237715813" sldId="266"/>
            <ac:grpSpMk id="20" creationId="{F3A0B02E-2A29-A1CD-0D60-A9E1681AF3C7}"/>
          </ac:grpSpMkLst>
        </pc:grpChg>
        <pc:picChg chg="add mod">
          <ac:chgData name="Savannah Karin Miller" userId="22c948fc-cece-4b89-9db3-f9f8a6b29aef" providerId="ADAL" clId="{39DE2C0E-7095-495B-81F3-37AFAFAFC50B}" dt="2026-06-26T20:21:07.299" v="3448" actId="1076"/>
          <ac:picMkLst>
            <pc:docMk/>
            <pc:sldMk cId="4237715813" sldId="266"/>
            <ac:picMk id="7" creationId="{424D0B47-7FF9-A09A-F123-45C2DA135DEC}"/>
          </ac:picMkLst>
        </pc:picChg>
        <pc:picChg chg="add mod">
          <ac:chgData name="Savannah Karin Miller" userId="22c948fc-cece-4b89-9db3-f9f8a6b29aef" providerId="ADAL" clId="{39DE2C0E-7095-495B-81F3-37AFAFAFC50B}" dt="2026-06-26T20:21:08.047" v="3449" actId="1076"/>
          <ac:picMkLst>
            <pc:docMk/>
            <pc:sldMk cId="4237715813" sldId="266"/>
            <ac:picMk id="8" creationId="{0CC2784D-4720-D683-5061-F0B42A8E4E5F}"/>
          </ac:picMkLst>
        </pc:picChg>
        <pc:picChg chg="add mod ord">
          <ac:chgData name="Savannah Karin Miller" userId="22c948fc-cece-4b89-9db3-f9f8a6b29aef" providerId="ADAL" clId="{39DE2C0E-7095-495B-81F3-37AFAFAFC50B}" dt="2026-06-26T20:21:10.106" v="3450" actId="14100"/>
          <ac:picMkLst>
            <pc:docMk/>
            <pc:sldMk cId="4237715813" sldId="266"/>
            <ac:picMk id="11" creationId="{16744A28-B31D-07DC-B7DD-A3EE54937262}"/>
          </ac:picMkLst>
        </pc:picChg>
      </pc:sldChg>
      <pc:sldChg chg="addSp delSp modSp new mod setBg modNotesTx">
        <pc:chgData name="Savannah Karin Miller" userId="22c948fc-cece-4b89-9db3-f9f8a6b29aef" providerId="ADAL" clId="{39DE2C0E-7095-495B-81F3-37AFAFAFC50B}" dt="2026-06-26T20:48:13.594" v="4023" actId="20577"/>
        <pc:sldMkLst>
          <pc:docMk/>
          <pc:sldMk cId="3498836642" sldId="267"/>
        </pc:sldMkLst>
        <pc:spChg chg="mod">
          <ac:chgData name="Savannah Karin Miller" userId="22c948fc-cece-4b89-9db3-f9f8a6b29aef" providerId="ADAL" clId="{39DE2C0E-7095-495B-81F3-37AFAFAFC50B}" dt="2026-06-26T20:48:13.594" v="4023" actId="20577"/>
          <ac:spMkLst>
            <pc:docMk/>
            <pc:sldMk cId="3498836642" sldId="267"/>
            <ac:spMk id="2" creationId="{6D98CD75-48D8-CE82-F71B-B4E674746013}"/>
          </ac:spMkLst>
        </pc:spChg>
        <pc:spChg chg="del">
          <ac:chgData name="Savannah Karin Miller" userId="22c948fc-cece-4b89-9db3-f9f8a6b29aef" providerId="ADAL" clId="{39DE2C0E-7095-495B-81F3-37AFAFAFC50B}" dt="2026-06-26T19:26:08.696" v="1129" actId="931"/>
          <ac:spMkLst>
            <pc:docMk/>
            <pc:sldMk cId="3498836642" sldId="267"/>
            <ac:spMk id="3" creationId="{84863B3C-35F5-09B8-EE49-B754BCC2078B}"/>
          </ac:spMkLst>
        </pc:spChg>
        <pc:spChg chg="add mod">
          <ac:chgData name="Savannah Karin Miller" userId="22c948fc-cece-4b89-9db3-f9f8a6b29aef" providerId="ADAL" clId="{39DE2C0E-7095-495B-81F3-37AFAFAFC50B}" dt="2026-06-26T19:31:05.891" v="1376" actId="14100"/>
          <ac:spMkLst>
            <pc:docMk/>
            <pc:sldMk cId="3498836642" sldId="267"/>
            <ac:spMk id="10" creationId="{802383F9-DAC0-4BA5-57B6-58CCBF79EAA3}"/>
          </ac:spMkLst>
        </pc:spChg>
        <pc:spChg chg="add mod">
          <ac:chgData name="Savannah Karin Miller" userId="22c948fc-cece-4b89-9db3-f9f8a6b29aef" providerId="ADAL" clId="{39DE2C0E-7095-495B-81F3-37AFAFAFC50B}" dt="2026-06-26T19:31:15.769" v="1387" actId="20577"/>
          <ac:spMkLst>
            <pc:docMk/>
            <pc:sldMk cId="3498836642" sldId="267"/>
            <ac:spMk id="11" creationId="{14EABA1F-9765-D076-4D3B-EE4D037D3524}"/>
          </ac:spMkLst>
        </pc:spChg>
        <pc:grpChg chg="add">
          <ac:chgData name="Savannah Karin Miller" userId="22c948fc-cece-4b89-9db3-f9f8a6b29aef" providerId="ADAL" clId="{39DE2C0E-7095-495B-81F3-37AFAFAFC50B}" dt="2026-06-26T19:29:47.242" v="1326" actId="26606"/>
          <ac:grpSpMkLst>
            <pc:docMk/>
            <pc:sldMk cId="3498836642" sldId="267"/>
            <ac:grpSpMk id="14" creationId="{AA47CC56-1188-533D-88C5-F705AFAAAE96}"/>
          </ac:grpSpMkLst>
        </pc:grpChg>
        <pc:picChg chg="add mod ord">
          <ac:chgData name="Savannah Karin Miller" userId="22c948fc-cece-4b89-9db3-f9f8a6b29aef" providerId="ADAL" clId="{39DE2C0E-7095-495B-81F3-37AFAFAFC50B}" dt="2026-06-26T19:30:48.161" v="1360" actId="1076"/>
          <ac:picMkLst>
            <pc:docMk/>
            <pc:sldMk cId="3498836642" sldId="267"/>
            <ac:picMk id="5" creationId="{2244DBEC-7027-102E-4669-4647F215F7D5}"/>
          </ac:picMkLst>
        </pc:picChg>
        <pc:picChg chg="add del mod ord">
          <ac:chgData name="Savannah Karin Miller" userId="22c948fc-cece-4b89-9db3-f9f8a6b29aef" providerId="ADAL" clId="{39DE2C0E-7095-495B-81F3-37AFAFAFC50B}" dt="2026-06-26T19:30:30.656" v="1349" actId="21"/>
          <ac:picMkLst>
            <pc:docMk/>
            <pc:sldMk cId="3498836642" sldId="267"/>
            <ac:picMk id="7" creationId="{2EAB9C48-CE05-8CAA-4581-643FD7B81F57}"/>
          </ac:picMkLst>
        </pc:picChg>
        <pc:picChg chg="add mod">
          <ac:chgData name="Savannah Karin Miller" userId="22c948fc-cece-4b89-9db3-f9f8a6b29aef" providerId="ADAL" clId="{39DE2C0E-7095-495B-81F3-37AFAFAFC50B}" dt="2026-06-26T19:30:48.893" v="1361" actId="1076"/>
          <ac:picMkLst>
            <pc:docMk/>
            <pc:sldMk cId="3498836642" sldId="267"/>
            <ac:picMk id="9" creationId="{3A64C311-36A9-6CCB-02CD-0303F454D5BB}"/>
          </ac:picMkLst>
        </pc:picChg>
      </pc:sldChg>
      <pc:sldChg chg="addSp delSp modSp new mod ord">
        <pc:chgData name="Savannah Karin Miller" userId="22c948fc-cece-4b89-9db3-f9f8a6b29aef" providerId="ADAL" clId="{39DE2C0E-7095-495B-81F3-37AFAFAFC50B}" dt="2026-06-26T19:31:58.644" v="1453" actId="122"/>
        <pc:sldMkLst>
          <pc:docMk/>
          <pc:sldMk cId="3410803243" sldId="268"/>
        </pc:sldMkLst>
        <pc:spChg chg="mod">
          <ac:chgData name="Savannah Karin Miller" userId="22c948fc-cece-4b89-9db3-f9f8a6b29aef" providerId="ADAL" clId="{39DE2C0E-7095-495B-81F3-37AFAFAFC50B}" dt="2026-06-26T19:31:58.644" v="1453" actId="122"/>
          <ac:spMkLst>
            <pc:docMk/>
            <pc:sldMk cId="3410803243" sldId="268"/>
            <ac:spMk id="2" creationId="{440A72A8-247F-2AFD-5F17-5FF36C9E00AC}"/>
          </ac:spMkLst>
        </pc:spChg>
        <pc:spChg chg="del">
          <ac:chgData name="Savannah Karin Miller" userId="22c948fc-cece-4b89-9db3-f9f8a6b29aef" providerId="ADAL" clId="{39DE2C0E-7095-495B-81F3-37AFAFAFC50B}" dt="2026-06-26T19:30:33.748" v="1351"/>
          <ac:spMkLst>
            <pc:docMk/>
            <pc:sldMk cId="3410803243" sldId="268"/>
            <ac:spMk id="3" creationId="{6D9E79D2-D7D8-8467-5A3F-82B3EC789D47}"/>
          </ac:spMkLst>
        </pc:spChg>
        <pc:picChg chg="add mod">
          <ac:chgData name="Savannah Karin Miller" userId="22c948fc-cece-4b89-9db3-f9f8a6b29aef" providerId="ADAL" clId="{39DE2C0E-7095-495B-81F3-37AFAFAFC50B}" dt="2026-06-26T19:30:33.748" v="1351"/>
          <ac:picMkLst>
            <pc:docMk/>
            <pc:sldMk cId="3410803243" sldId="268"/>
            <ac:picMk id="7" creationId="{2EAB9C48-CE05-8CAA-4581-643FD7B81F57}"/>
          </ac:picMkLst>
        </pc:picChg>
      </pc:sldChg>
    </pc:docChg>
  </pc:docChgLst>
</pc:chgInfo>
</file>

<file path=ppt/comments/modernComment_108_7FF3606E.xml><?xml version="1.0" encoding="utf-8"?>
<p188:cmLst xmlns:a="http://schemas.openxmlformats.org/drawingml/2006/main" xmlns:r="http://schemas.openxmlformats.org/officeDocument/2006/relationships" xmlns:p188="http://schemas.microsoft.com/office/powerpoint/2018/8/main">
  <p188:cm id="{E86562E7-9878-4693-9F72-B0843C1CEE7C}" authorId="{594B1D84-560F-7789-7821-D5E4654238F3}" created="2026-06-26T20:12:16.889">
    <ac:deMkLst xmlns:ac="http://schemas.microsoft.com/office/drawing/2013/main/command">
      <pc:docMk xmlns:pc="http://schemas.microsoft.com/office/powerpoint/2013/main/command"/>
      <pc:sldMk xmlns:pc="http://schemas.microsoft.com/office/powerpoint/2013/main/command" cId="2146656366" sldId="264"/>
      <ac:picMk id="5" creationId="{B3508A02-D863-03B7-19E3-669FDA595AF8}"/>
    </ac:deMkLst>
    <p188:txBody>
      <a:bodyPr/>
      <a:lstStyle/>
      <a:p>
        <a:r>
          <a:rPr lang="en-US"/>
          <a:t>g/m^2/day </a:t>
        </a:r>
      </a:p>
    </p188:txBody>
  </p188:cm>
  <p188:cm id="{C2DFEA60-4EAD-4BCF-9E0F-B84607E00E2F}" authorId="{594B1D84-560F-7789-7821-D5E4654238F3}" created="2026-06-26T20:12:35.113">
    <ac:deMkLst xmlns:ac="http://schemas.microsoft.com/office/drawing/2013/main/command">
      <pc:docMk xmlns:pc="http://schemas.microsoft.com/office/powerpoint/2013/main/command"/>
      <pc:sldMk xmlns:pc="http://schemas.microsoft.com/office/powerpoint/2013/main/command" cId="2146656366" sldId="264"/>
      <ac:picMk id="13" creationId="{E359E4DE-2BE7-2D7C-B5F3-8B1A436E40DE}"/>
    </ac:deMkLst>
    <p188:txBody>
      <a:bodyPr/>
      <a:lstStyle/>
      <a:p>
        <a:r>
          <a:rPr lang="en-US"/>
          <a:t>g/m^2/day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3D02F-6A23-47DC-9094-B14672AB4807}"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1085A8-CC2A-40B6-BEEB-F0D7E1E7A63E}" type="slidenum">
              <a:rPr lang="en-US" smtClean="0"/>
              <a:t>‹#›</a:t>
            </a:fld>
            <a:endParaRPr lang="en-US"/>
          </a:p>
        </p:txBody>
      </p:sp>
    </p:spTree>
    <p:extLst>
      <p:ext uri="{BB962C8B-B14F-4D97-AF65-F5344CB8AC3E}">
        <p14:creationId xmlns:p14="http://schemas.microsoft.com/office/powerpoint/2010/main" val="3475271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you choose these transect locations (can generally for each site will have to do this) especially for this site how uneven marsh edge is from each other, orientation direction and reasoning. For z*, go through the elevation process (what are the control points, etc.) look for the error in the elevation measurements especially for the sites like this where there’s not too much differences Show the elevation data first (for each site-include locations for control points, include the tidal datum locations, then move to z* and only refer z*) </a:t>
            </a:r>
          </a:p>
        </p:txBody>
      </p:sp>
      <p:sp>
        <p:nvSpPr>
          <p:cNvPr id="4" name="Slide Number Placeholder 3"/>
          <p:cNvSpPr>
            <a:spLocks noGrp="1"/>
          </p:cNvSpPr>
          <p:nvPr>
            <p:ph type="sldNum" sz="quarter" idx="5"/>
          </p:nvPr>
        </p:nvSpPr>
        <p:spPr/>
        <p:txBody>
          <a:bodyPr/>
          <a:lstStyle/>
          <a:p>
            <a:fld id="{FE1085A8-CC2A-40B6-BEEB-F0D7E1E7A63E}" type="slidenum">
              <a:rPr lang="en-US" smtClean="0"/>
              <a:t>2</a:t>
            </a:fld>
            <a:endParaRPr lang="en-US"/>
          </a:p>
        </p:txBody>
      </p:sp>
    </p:spTree>
    <p:extLst>
      <p:ext uri="{BB962C8B-B14F-4D97-AF65-F5344CB8AC3E}">
        <p14:creationId xmlns:p14="http://schemas.microsoft.com/office/powerpoint/2010/main" val="4085979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Interesting that they’re different. Can lead with the calculation of z* introduction from the beginning, introduce that z* is for understanding the flooding component across the marsh; using the same tidal datum </a:t>
            </a:r>
            <a:r>
              <a:rPr lang="en-US" dirty="0" err="1"/>
              <a:t>dataframe</a:t>
            </a:r>
            <a:r>
              <a:rPr lang="en-US" dirty="0"/>
              <a:t> set to uniform it. </a:t>
            </a:r>
          </a:p>
        </p:txBody>
      </p:sp>
      <p:sp>
        <p:nvSpPr>
          <p:cNvPr id="4" name="Slide Number Placeholder 3"/>
          <p:cNvSpPr>
            <a:spLocks noGrp="1"/>
          </p:cNvSpPr>
          <p:nvPr>
            <p:ph type="sldNum" sz="quarter" idx="5"/>
          </p:nvPr>
        </p:nvSpPr>
        <p:spPr/>
        <p:txBody>
          <a:bodyPr/>
          <a:lstStyle/>
          <a:p>
            <a:fld id="{FE1085A8-CC2A-40B6-BEEB-F0D7E1E7A63E}" type="slidenum">
              <a:rPr lang="en-US" smtClean="0"/>
              <a:t>3</a:t>
            </a:fld>
            <a:endParaRPr lang="en-US"/>
          </a:p>
        </p:txBody>
      </p:sp>
    </p:spTree>
    <p:extLst>
      <p:ext uri="{BB962C8B-B14F-4D97-AF65-F5344CB8AC3E}">
        <p14:creationId xmlns:p14="http://schemas.microsoft.com/office/powerpoint/2010/main" val="211498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this detail likely not needed for the walk through; broad awareness of the choice-differences in bathymetry between the sites </a:t>
            </a:r>
          </a:p>
        </p:txBody>
      </p:sp>
      <p:sp>
        <p:nvSpPr>
          <p:cNvPr id="4" name="Slide Number Placeholder 3"/>
          <p:cNvSpPr>
            <a:spLocks noGrp="1"/>
          </p:cNvSpPr>
          <p:nvPr>
            <p:ph type="sldNum" sz="quarter" idx="5"/>
          </p:nvPr>
        </p:nvSpPr>
        <p:spPr/>
        <p:txBody>
          <a:bodyPr/>
          <a:lstStyle/>
          <a:p>
            <a:fld id="{FE1085A8-CC2A-40B6-BEEB-F0D7E1E7A63E}" type="slidenum">
              <a:rPr lang="en-US" smtClean="0"/>
              <a:t>5</a:t>
            </a:fld>
            <a:endParaRPr lang="en-US"/>
          </a:p>
        </p:txBody>
      </p:sp>
    </p:spTree>
    <p:extLst>
      <p:ext uri="{BB962C8B-B14F-4D97-AF65-F5344CB8AC3E}">
        <p14:creationId xmlns:p14="http://schemas.microsoft.com/office/powerpoint/2010/main" val="2852081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the elevation to z* don’t use elevation! z* ties the comparison amongst sites. Distance from marsh edge should be first when explaining the data-marsh edge related question! Right skewed-normalized-can transfer the data and log. Interesting to share this for the distribution; use the skewness to adjust the GLMM; what’s driving the ambient lower values on the histogram, and what’s driving the higher flux values-are the high flux values dependent on edge type?! </a:t>
            </a:r>
          </a:p>
        </p:txBody>
      </p:sp>
      <p:sp>
        <p:nvSpPr>
          <p:cNvPr id="4" name="Slide Number Placeholder 3"/>
          <p:cNvSpPr>
            <a:spLocks noGrp="1"/>
          </p:cNvSpPr>
          <p:nvPr>
            <p:ph type="sldNum" sz="quarter" idx="5"/>
          </p:nvPr>
        </p:nvSpPr>
        <p:spPr/>
        <p:txBody>
          <a:bodyPr/>
          <a:lstStyle/>
          <a:p>
            <a:fld id="{FE1085A8-CC2A-40B6-BEEB-F0D7E1E7A63E}" type="slidenum">
              <a:rPr lang="en-US" smtClean="0"/>
              <a:t>7</a:t>
            </a:fld>
            <a:endParaRPr lang="en-US"/>
          </a:p>
        </p:txBody>
      </p:sp>
    </p:spTree>
    <p:extLst>
      <p:ext uri="{BB962C8B-B14F-4D97-AF65-F5344CB8AC3E}">
        <p14:creationId xmlns:p14="http://schemas.microsoft.com/office/powerpoint/2010/main" val="708380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axis has to have the time component!! </a:t>
            </a:r>
            <a:r>
              <a:rPr lang="en-US" dirty="0">
                <a:highlight>
                  <a:srgbClr val="FFFF00"/>
                </a:highlight>
              </a:rPr>
              <a:t>g/m^2/day; volumetric measurement; change the y axis to be 25 on the graph on the left side; take out the line on the right side of the data-it doesn’t mean anything; marsh edge could erode the filters </a:t>
            </a:r>
          </a:p>
          <a:p>
            <a:endParaRPr lang="en-US" dirty="0">
              <a:highlight>
                <a:srgbClr val="FFFF00"/>
              </a:highlight>
            </a:endParaRPr>
          </a:p>
          <a:p>
            <a:r>
              <a:rPr lang="en-US" dirty="0">
                <a:highlight>
                  <a:srgbClr val="FFFF00"/>
                </a:highlight>
              </a:rPr>
              <a:t>How many time points have problems </a:t>
            </a:r>
          </a:p>
        </p:txBody>
      </p:sp>
      <p:sp>
        <p:nvSpPr>
          <p:cNvPr id="4" name="Slide Number Placeholder 3"/>
          <p:cNvSpPr>
            <a:spLocks noGrp="1"/>
          </p:cNvSpPr>
          <p:nvPr>
            <p:ph type="sldNum" sz="quarter" idx="5"/>
          </p:nvPr>
        </p:nvSpPr>
        <p:spPr/>
        <p:txBody>
          <a:bodyPr/>
          <a:lstStyle/>
          <a:p>
            <a:fld id="{FE1085A8-CC2A-40B6-BEEB-F0D7E1E7A63E}" type="slidenum">
              <a:rPr lang="en-US" smtClean="0"/>
              <a:t>8</a:t>
            </a:fld>
            <a:endParaRPr lang="en-US"/>
          </a:p>
        </p:txBody>
      </p:sp>
    </p:spTree>
    <p:extLst>
      <p:ext uri="{BB962C8B-B14F-4D97-AF65-F5344CB8AC3E}">
        <p14:creationId xmlns:p14="http://schemas.microsoft.com/office/powerpoint/2010/main" val="2713993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Categorical representation for study phases misrepresents the site comparison values. Group the data coarsely to compare </a:t>
            </a:r>
          </a:p>
          <a:p>
            <a:endParaRPr lang="en-US" dirty="0"/>
          </a:p>
          <a:p>
            <a:r>
              <a:rPr lang="en-US" dirty="0"/>
              <a:t>Table for each of the sites document the problems for each of the sites with specific filter related issues. Tag the data for the problems so you can see the frequency and temporal differences. Conditional filter on the excel database that looks back on the other filters to get information </a:t>
            </a:r>
          </a:p>
        </p:txBody>
      </p:sp>
      <p:sp>
        <p:nvSpPr>
          <p:cNvPr id="4" name="Slide Number Placeholder 3"/>
          <p:cNvSpPr>
            <a:spLocks noGrp="1"/>
          </p:cNvSpPr>
          <p:nvPr>
            <p:ph type="sldNum" sz="quarter" idx="5"/>
          </p:nvPr>
        </p:nvSpPr>
        <p:spPr/>
        <p:txBody>
          <a:bodyPr/>
          <a:lstStyle/>
          <a:p>
            <a:fld id="{FE1085A8-CC2A-40B6-BEEB-F0D7E1E7A63E}" type="slidenum">
              <a:rPr lang="en-US" smtClean="0"/>
              <a:t>9</a:t>
            </a:fld>
            <a:endParaRPr lang="en-US"/>
          </a:p>
        </p:txBody>
      </p:sp>
    </p:spTree>
    <p:extLst>
      <p:ext uri="{BB962C8B-B14F-4D97-AF65-F5344CB8AC3E}">
        <p14:creationId xmlns:p14="http://schemas.microsoft.com/office/powerpoint/2010/main" val="2231217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per transect </a:t>
            </a:r>
          </a:p>
        </p:txBody>
      </p:sp>
      <p:sp>
        <p:nvSpPr>
          <p:cNvPr id="4" name="Slide Number Placeholder 3"/>
          <p:cNvSpPr>
            <a:spLocks noGrp="1"/>
          </p:cNvSpPr>
          <p:nvPr>
            <p:ph type="sldNum" sz="quarter" idx="5"/>
          </p:nvPr>
        </p:nvSpPr>
        <p:spPr/>
        <p:txBody>
          <a:bodyPr/>
          <a:lstStyle/>
          <a:p>
            <a:fld id="{FE1085A8-CC2A-40B6-BEEB-F0D7E1E7A63E}" type="slidenum">
              <a:rPr lang="en-US" smtClean="0"/>
              <a:t>12</a:t>
            </a:fld>
            <a:endParaRPr lang="en-US"/>
          </a:p>
        </p:txBody>
      </p:sp>
    </p:spTree>
    <p:extLst>
      <p:ext uri="{BB962C8B-B14F-4D97-AF65-F5344CB8AC3E}">
        <p14:creationId xmlns:p14="http://schemas.microsoft.com/office/powerpoint/2010/main" val="2988301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7EA24-5DF9-B54A-FB58-3404289C9F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0BE387-A25E-C82B-FB7C-172817F91D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73E87C-4B23-24D8-F0F4-3E880746E915}"/>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5" name="Footer Placeholder 4">
            <a:extLst>
              <a:ext uri="{FF2B5EF4-FFF2-40B4-BE49-F238E27FC236}">
                <a16:creationId xmlns:a16="http://schemas.microsoft.com/office/drawing/2014/main" id="{55F6D8D0-EE70-8ABA-1960-C25150C87C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F6426-39D2-EB3D-4F6C-2AAE1F5EF3CA}"/>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560723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E8B8B-39CC-8C29-42BA-73848BB00D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AA68DA-438D-B759-7733-D4AA0F5A4D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CDE41-6D25-C706-15DC-09E96C377820}"/>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5" name="Footer Placeholder 4">
            <a:extLst>
              <a:ext uri="{FF2B5EF4-FFF2-40B4-BE49-F238E27FC236}">
                <a16:creationId xmlns:a16="http://schemas.microsoft.com/office/drawing/2014/main" id="{08D0CDE3-2D73-3A7B-046D-E70132740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B8853-BD1F-5385-7735-5422BFCE0F8A}"/>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862111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8D9B0-DCBA-5FC9-4EF3-539D5403CA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7AD551-4233-AFCF-941B-34155CE0A8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ACA4E0-5991-C007-2B39-DDD7F0627BC4}"/>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5" name="Footer Placeholder 4">
            <a:extLst>
              <a:ext uri="{FF2B5EF4-FFF2-40B4-BE49-F238E27FC236}">
                <a16:creationId xmlns:a16="http://schemas.microsoft.com/office/drawing/2014/main" id="{9597FB21-FC94-66DF-D673-F31A93B798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1ECF7D-5EE0-D1DF-0D96-6F3C99E0F26F}"/>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1949281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70A0E-1A38-463D-7AFE-A6E5AA5A1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F6DBE7-67B8-AF0B-6688-8425BC1A87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415B35-EE99-65CC-255F-05CEF6BA53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59430F-4E9A-94EE-4079-E92B23BC95D4}"/>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6" name="Footer Placeholder 5">
            <a:extLst>
              <a:ext uri="{FF2B5EF4-FFF2-40B4-BE49-F238E27FC236}">
                <a16:creationId xmlns:a16="http://schemas.microsoft.com/office/drawing/2014/main" id="{9EDF625C-4E79-6B50-C84C-065BB82FD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344597-1D66-4AFD-CAD1-47D96AAC6021}"/>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1829598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4A390-1EFD-0E23-2D8E-9681451186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A478D7-7CA4-9689-B263-63C4910FE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BA3855-F73E-2B70-36FA-6EDE3D197E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F42DFB-B242-3C5F-8277-CE402BCE8E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E4E58B-C5D8-FF9A-AA09-06E227FFF6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F1D65D-BC93-E685-1089-CD1633F26D6A}"/>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8" name="Footer Placeholder 7">
            <a:extLst>
              <a:ext uri="{FF2B5EF4-FFF2-40B4-BE49-F238E27FC236}">
                <a16:creationId xmlns:a16="http://schemas.microsoft.com/office/drawing/2014/main" id="{AE7E2FA2-F0F0-63E7-E47A-963B0107C1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C6B050-9502-BD72-F517-9AA690ED0474}"/>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1155461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5082-BC03-37C9-EBA9-A5A6F5FAFA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3B5FDA-415B-CAFF-3C13-4151E47D4DD6}"/>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4" name="Footer Placeholder 3">
            <a:extLst>
              <a:ext uri="{FF2B5EF4-FFF2-40B4-BE49-F238E27FC236}">
                <a16:creationId xmlns:a16="http://schemas.microsoft.com/office/drawing/2014/main" id="{BF746398-8CFC-464B-EC14-3044A09E5D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E2A5A7-CF9F-3742-9577-940E86DF57EF}"/>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2962059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DD1DF2-FB83-A4DC-66F8-8CF7A111C0BB}"/>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3" name="Footer Placeholder 2">
            <a:extLst>
              <a:ext uri="{FF2B5EF4-FFF2-40B4-BE49-F238E27FC236}">
                <a16:creationId xmlns:a16="http://schemas.microsoft.com/office/drawing/2014/main" id="{E75FDD0C-F0A3-CBB5-3836-8887123112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D628D0-847E-6FF5-C525-5876D3F1CE23}"/>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201296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36CE-B3E2-AB9B-4C76-486EA4B5FF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541C5D-EB4F-36FF-60CC-23F6689400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30254B-048D-3D1E-5D5C-12BFC1107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105997-2317-FE90-5DB0-694E9BB0EBF1}"/>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6" name="Footer Placeholder 5">
            <a:extLst>
              <a:ext uri="{FF2B5EF4-FFF2-40B4-BE49-F238E27FC236}">
                <a16:creationId xmlns:a16="http://schemas.microsoft.com/office/drawing/2014/main" id="{C9D17B49-AC13-DC90-9B04-C96E7B921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6EE35-60DB-E155-CFA0-F6936D8B1205}"/>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826392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60E5-C416-2EDE-354F-0AE353BE3C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62DCB8-F74B-2CBB-6CEF-F29FBFE0A6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131CD5-9811-152A-3F99-BC53F93E1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B75635-F586-9C08-F24C-5D511C028DBD}"/>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6" name="Footer Placeholder 5">
            <a:extLst>
              <a:ext uri="{FF2B5EF4-FFF2-40B4-BE49-F238E27FC236}">
                <a16:creationId xmlns:a16="http://schemas.microsoft.com/office/drawing/2014/main" id="{FFC8EF7E-D5E6-5B36-D829-B576FEC858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E8CCA3-CF0A-9C63-D27E-E7788AB4AE06}"/>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1087240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9ADC-F96A-A3B2-7D1E-981FB0C977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061A05-142E-B153-1A18-F3F2FA575A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1D73E6-E75F-3AE6-2A6E-21EE47658804}"/>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5" name="Footer Placeholder 4">
            <a:extLst>
              <a:ext uri="{FF2B5EF4-FFF2-40B4-BE49-F238E27FC236}">
                <a16:creationId xmlns:a16="http://schemas.microsoft.com/office/drawing/2014/main" id="{48DB2F86-FDF5-98C2-FAA6-01DBA6E7C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550CF8-2CFE-D7F9-4787-16DD7EAF7C3B}"/>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3027236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D1B713-A7B8-42B7-D400-8587243823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CE09E5-5B94-69C2-B25D-B0D8424A6E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5EC648-2555-064E-1CF1-CAF1C9A709EC}"/>
              </a:ext>
            </a:extLst>
          </p:cNvPr>
          <p:cNvSpPr>
            <a:spLocks noGrp="1"/>
          </p:cNvSpPr>
          <p:nvPr>
            <p:ph type="dt" sz="half" idx="10"/>
          </p:nvPr>
        </p:nvSpPr>
        <p:spPr/>
        <p:txBody>
          <a:bodyPr/>
          <a:lstStyle/>
          <a:p>
            <a:fld id="{15ABA054-612F-4748-9E1C-071E248EC425}" type="datetimeFigureOut">
              <a:rPr lang="en-US" smtClean="0"/>
              <a:t>6/26/2026</a:t>
            </a:fld>
            <a:endParaRPr lang="en-US"/>
          </a:p>
        </p:txBody>
      </p:sp>
      <p:sp>
        <p:nvSpPr>
          <p:cNvPr id="5" name="Footer Placeholder 4">
            <a:extLst>
              <a:ext uri="{FF2B5EF4-FFF2-40B4-BE49-F238E27FC236}">
                <a16:creationId xmlns:a16="http://schemas.microsoft.com/office/drawing/2014/main" id="{A6AB130F-2247-7989-CD20-79A51B2EA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A05DA-19AC-53D7-EB85-AED748138AD9}"/>
              </a:ext>
            </a:extLst>
          </p:cNvPr>
          <p:cNvSpPr>
            <a:spLocks noGrp="1"/>
          </p:cNvSpPr>
          <p:nvPr>
            <p:ph type="sldNum" sz="quarter" idx="12"/>
          </p:nvPr>
        </p:nvSpPr>
        <p:spPr/>
        <p:txBody>
          <a:bodyPr/>
          <a:lstStyle/>
          <a:p>
            <a:fld id="{BB230A23-89DE-488F-A662-AEEC9FB431C1}" type="slidenum">
              <a:rPr lang="en-US" smtClean="0"/>
              <a:t>‹#›</a:t>
            </a:fld>
            <a:endParaRPr lang="en-US"/>
          </a:p>
        </p:txBody>
      </p:sp>
    </p:spTree>
    <p:extLst>
      <p:ext uri="{BB962C8B-B14F-4D97-AF65-F5344CB8AC3E}">
        <p14:creationId xmlns:p14="http://schemas.microsoft.com/office/powerpoint/2010/main" val="770117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1A9037-333F-D571-67E6-7123A1FD8C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974097-C08B-4FB0-7557-F5D744F524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B10A21-6A75-FCE7-6D48-01645885B1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ABA054-612F-4748-9E1C-071E248EC425}" type="datetimeFigureOut">
              <a:rPr lang="en-US" smtClean="0"/>
              <a:t>6/26/2026</a:t>
            </a:fld>
            <a:endParaRPr lang="en-US"/>
          </a:p>
        </p:txBody>
      </p:sp>
      <p:sp>
        <p:nvSpPr>
          <p:cNvPr id="5" name="Footer Placeholder 4">
            <a:extLst>
              <a:ext uri="{FF2B5EF4-FFF2-40B4-BE49-F238E27FC236}">
                <a16:creationId xmlns:a16="http://schemas.microsoft.com/office/drawing/2014/main" id="{AB508941-F0A1-F8FC-1FDE-2765444C2C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8365F8-52C8-9575-0DB6-8E49B3CC18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230A23-89DE-488F-A662-AEEC9FB431C1}" type="slidenum">
              <a:rPr lang="en-US" smtClean="0"/>
              <a:t>‹#›</a:t>
            </a:fld>
            <a:endParaRPr lang="en-US"/>
          </a:p>
        </p:txBody>
      </p:sp>
    </p:spTree>
    <p:extLst>
      <p:ext uri="{BB962C8B-B14F-4D97-AF65-F5344CB8AC3E}">
        <p14:creationId xmlns:p14="http://schemas.microsoft.com/office/powerpoint/2010/main" val="4188270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8_7FF3606E.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8F54A-137D-9993-494F-33BCEF07DB85}"/>
              </a:ext>
            </a:extLst>
          </p:cNvPr>
          <p:cNvSpPr>
            <a:spLocks noGrp="1"/>
          </p:cNvSpPr>
          <p:nvPr>
            <p:ph type="ctrTitle"/>
          </p:nvPr>
        </p:nvSpPr>
        <p:spPr/>
        <p:txBody>
          <a:bodyPr/>
          <a:lstStyle/>
          <a:p>
            <a:r>
              <a:rPr lang="en-US" dirty="0"/>
              <a:t>Site C Deep Dive </a:t>
            </a:r>
          </a:p>
        </p:txBody>
      </p:sp>
      <p:sp>
        <p:nvSpPr>
          <p:cNvPr id="3" name="Subtitle 2">
            <a:extLst>
              <a:ext uri="{FF2B5EF4-FFF2-40B4-BE49-F238E27FC236}">
                <a16:creationId xmlns:a16="http://schemas.microsoft.com/office/drawing/2014/main" id="{07965E93-8FE0-491B-7F11-B5EB3095E48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149195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10979-C26E-6F79-3635-F597C7884DFE}"/>
              </a:ext>
            </a:extLst>
          </p:cNvPr>
          <p:cNvSpPr>
            <a:spLocks noGrp="1"/>
          </p:cNvSpPr>
          <p:nvPr>
            <p:ph type="title"/>
          </p:nvPr>
        </p:nvSpPr>
        <p:spPr/>
        <p:txBody>
          <a:bodyPr/>
          <a:lstStyle/>
          <a:p>
            <a:r>
              <a:rPr lang="en-US" dirty="0"/>
              <a:t>Site C Position Within the Bay </a:t>
            </a:r>
          </a:p>
        </p:txBody>
      </p:sp>
      <p:pic>
        <p:nvPicPr>
          <p:cNvPr id="15" name="Content Placeholder 14">
            <a:extLst>
              <a:ext uri="{FF2B5EF4-FFF2-40B4-BE49-F238E27FC236}">
                <a16:creationId xmlns:a16="http://schemas.microsoft.com/office/drawing/2014/main" id="{6504DE86-C433-4C67-A10A-18FB2A1558FA}"/>
              </a:ext>
            </a:extLst>
          </p:cNvPr>
          <p:cNvPicPr>
            <a:picLocks noGrp="1" noChangeAspect="1"/>
          </p:cNvPicPr>
          <p:nvPr>
            <p:ph idx="1"/>
          </p:nvPr>
        </p:nvPicPr>
        <p:blipFill>
          <a:blip r:embed="rId3"/>
          <a:stretch>
            <a:fillRect/>
          </a:stretch>
        </p:blipFill>
        <p:spPr>
          <a:xfrm>
            <a:off x="370609" y="2495658"/>
            <a:ext cx="5344322" cy="3192247"/>
          </a:xfrm>
          <a:prstGeom prst="rect">
            <a:avLst/>
          </a:prstGeom>
        </p:spPr>
      </p:pic>
      <p:pic>
        <p:nvPicPr>
          <p:cNvPr id="17" name="Picture 16">
            <a:extLst>
              <a:ext uri="{FF2B5EF4-FFF2-40B4-BE49-F238E27FC236}">
                <a16:creationId xmlns:a16="http://schemas.microsoft.com/office/drawing/2014/main" id="{61C6AB4A-F126-E6D2-12F7-A10203A59DF8}"/>
              </a:ext>
            </a:extLst>
          </p:cNvPr>
          <p:cNvPicPr>
            <a:picLocks noChangeAspect="1"/>
          </p:cNvPicPr>
          <p:nvPr/>
        </p:nvPicPr>
        <p:blipFill>
          <a:blip r:embed="rId4"/>
          <a:srcRect l="43002"/>
          <a:stretch>
            <a:fillRect/>
          </a:stretch>
        </p:blipFill>
        <p:spPr>
          <a:xfrm>
            <a:off x="6096000" y="1585837"/>
            <a:ext cx="5320145" cy="4907038"/>
          </a:xfrm>
          <a:prstGeom prst="rect">
            <a:avLst/>
          </a:prstGeom>
        </p:spPr>
      </p:pic>
    </p:spTree>
    <p:extLst>
      <p:ext uri="{BB962C8B-B14F-4D97-AF65-F5344CB8AC3E}">
        <p14:creationId xmlns:p14="http://schemas.microsoft.com/office/powerpoint/2010/main" val="4259741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50A42C3-9F2E-2107-C1ED-023FF354CF8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3467" y="1728070"/>
            <a:ext cx="5294716" cy="3401858"/>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BEA2749-6BD9-35B3-C0E4-9F9E29E593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3817" y="1728071"/>
            <a:ext cx="5294715" cy="3401857"/>
          </a:xfrm>
          <a:prstGeom prst="rect">
            <a:avLst/>
          </a:prstGeom>
        </p:spPr>
      </p:pic>
      <p:sp>
        <p:nvSpPr>
          <p:cNvPr id="8" name="TextBox 7">
            <a:extLst>
              <a:ext uri="{FF2B5EF4-FFF2-40B4-BE49-F238E27FC236}">
                <a16:creationId xmlns:a16="http://schemas.microsoft.com/office/drawing/2014/main" id="{68F635AB-7F92-EA4F-BA7D-80C538F8D06A}"/>
              </a:ext>
            </a:extLst>
          </p:cNvPr>
          <p:cNvSpPr txBox="1"/>
          <p:nvPr/>
        </p:nvSpPr>
        <p:spPr>
          <a:xfrm>
            <a:off x="575035" y="546755"/>
            <a:ext cx="10973497" cy="1015663"/>
          </a:xfrm>
          <a:prstGeom prst="rect">
            <a:avLst/>
          </a:prstGeom>
          <a:noFill/>
        </p:spPr>
        <p:txBody>
          <a:bodyPr wrap="square" rtlCol="0">
            <a:spAutoFit/>
          </a:bodyPr>
          <a:lstStyle/>
          <a:p>
            <a:pPr algn="ctr"/>
            <a:r>
              <a:rPr lang="en-US" sz="3000" dirty="0">
                <a:highlight>
                  <a:srgbClr val="FFFF00"/>
                </a:highlight>
              </a:rPr>
              <a:t>z* star </a:t>
            </a:r>
            <a:r>
              <a:rPr lang="en-US" sz="3000" dirty="0"/>
              <a:t>Relative Elevation Versus Elevation (m) of Marsh Edge Profile </a:t>
            </a:r>
          </a:p>
        </p:txBody>
      </p:sp>
    </p:spTree>
    <p:extLst>
      <p:ext uri="{BB962C8B-B14F-4D97-AF65-F5344CB8AC3E}">
        <p14:creationId xmlns:p14="http://schemas.microsoft.com/office/powerpoint/2010/main" val="945992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F9011-8916-DA20-3957-71FA2E94C75C}"/>
              </a:ext>
            </a:extLst>
          </p:cNvPr>
          <p:cNvSpPr>
            <a:spLocks noGrp="1"/>
          </p:cNvSpPr>
          <p:nvPr>
            <p:ph type="title"/>
          </p:nvPr>
        </p:nvSpPr>
        <p:spPr>
          <a:xfrm>
            <a:off x="235671" y="977868"/>
            <a:ext cx="11868346" cy="328342"/>
          </a:xfrm>
        </p:spPr>
        <p:txBody>
          <a:bodyPr>
            <a:normAutofit fontScale="90000"/>
          </a:bodyPr>
          <a:lstStyle/>
          <a:p>
            <a:r>
              <a:rPr lang="en-US" dirty="0"/>
              <a:t>z* star calculation: </a:t>
            </a:r>
            <a:br>
              <a:rPr lang="en-US" dirty="0"/>
            </a:br>
            <a:r>
              <a:rPr lang="en-US" dirty="0"/>
              <a:t>Step 1: Median Center of the “site C” layer points </a:t>
            </a:r>
            <a:br>
              <a:rPr lang="en-US" dirty="0"/>
            </a:br>
            <a:r>
              <a:rPr lang="en-US" dirty="0"/>
              <a:t>(see pink triangle) </a:t>
            </a:r>
            <a:br>
              <a:rPr lang="en-US" dirty="0"/>
            </a:br>
            <a:endParaRPr lang="en-US" dirty="0"/>
          </a:p>
        </p:txBody>
      </p:sp>
      <p:pic>
        <p:nvPicPr>
          <p:cNvPr id="9" name="Content Placeholder 8">
            <a:extLst>
              <a:ext uri="{FF2B5EF4-FFF2-40B4-BE49-F238E27FC236}">
                <a16:creationId xmlns:a16="http://schemas.microsoft.com/office/drawing/2014/main" id="{97685BA2-31B0-8518-5D37-C3397CE42224}"/>
              </a:ext>
            </a:extLst>
          </p:cNvPr>
          <p:cNvPicPr>
            <a:picLocks noGrp="1" noChangeAspect="1"/>
          </p:cNvPicPr>
          <p:nvPr>
            <p:ph idx="1"/>
          </p:nvPr>
        </p:nvPicPr>
        <p:blipFill>
          <a:blip r:embed="rId2"/>
          <a:stretch>
            <a:fillRect/>
          </a:stretch>
        </p:blipFill>
        <p:spPr>
          <a:xfrm>
            <a:off x="1840694" y="1783584"/>
            <a:ext cx="7897195" cy="4727387"/>
          </a:xfrm>
          <a:prstGeom prst="rect">
            <a:avLst/>
          </a:prstGeom>
        </p:spPr>
      </p:pic>
    </p:spTree>
    <p:extLst>
      <p:ext uri="{BB962C8B-B14F-4D97-AF65-F5344CB8AC3E}">
        <p14:creationId xmlns:p14="http://schemas.microsoft.com/office/powerpoint/2010/main" val="1392689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405B3-D14B-DCE9-C56F-A734CA83DD2E}"/>
              </a:ext>
            </a:extLst>
          </p:cNvPr>
          <p:cNvSpPr>
            <a:spLocks noGrp="1"/>
          </p:cNvSpPr>
          <p:nvPr>
            <p:ph type="title"/>
          </p:nvPr>
        </p:nvSpPr>
        <p:spPr>
          <a:xfrm>
            <a:off x="970639" y="629075"/>
            <a:ext cx="10515600" cy="1325563"/>
          </a:xfrm>
        </p:spPr>
        <p:txBody>
          <a:bodyPr>
            <a:noAutofit/>
          </a:bodyPr>
          <a:lstStyle/>
          <a:p>
            <a:r>
              <a:rPr lang="en-US" sz="4000" dirty="0"/>
              <a:t>Z* star calculation: Step 2: Sort by Attribute within the SF BCDC 2016 Tidal Datums for any values that don’t have “null” or “-9999” in MSL </a:t>
            </a:r>
            <a:br>
              <a:rPr lang="en-US" sz="4000" dirty="0"/>
            </a:br>
            <a:endParaRPr lang="en-US" sz="4000" dirty="0"/>
          </a:p>
        </p:txBody>
      </p:sp>
      <p:pic>
        <p:nvPicPr>
          <p:cNvPr id="13" name="Picture 12">
            <a:extLst>
              <a:ext uri="{FF2B5EF4-FFF2-40B4-BE49-F238E27FC236}">
                <a16:creationId xmlns:a16="http://schemas.microsoft.com/office/drawing/2014/main" id="{5E7B118C-D539-8B11-363B-1ECC26E9A00C}"/>
              </a:ext>
            </a:extLst>
          </p:cNvPr>
          <p:cNvPicPr>
            <a:picLocks noChangeAspect="1"/>
          </p:cNvPicPr>
          <p:nvPr/>
        </p:nvPicPr>
        <p:blipFill>
          <a:blip r:embed="rId3"/>
          <a:stretch>
            <a:fillRect/>
          </a:stretch>
        </p:blipFill>
        <p:spPr>
          <a:xfrm>
            <a:off x="55477" y="2479290"/>
            <a:ext cx="5555496" cy="3374795"/>
          </a:xfrm>
          <a:prstGeom prst="rect">
            <a:avLst/>
          </a:prstGeom>
        </p:spPr>
      </p:pic>
      <p:pic>
        <p:nvPicPr>
          <p:cNvPr id="15" name="Picture 14">
            <a:extLst>
              <a:ext uri="{FF2B5EF4-FFF2-40B4-BE49-F238E27FC236}">
                <a16:creationId xmlns:a16="http://schemas.microsoft.com/office/drawing/2014/main" id="{FD17C89A-56DA-FB86-F30C-1DF4A490317D}"/>
              </a:ext>
            </a:extLst>
          </p:cNvPr>
          <p:cNvPicPr>
            <a:picLocks noChangeAspect="1"/>
          </p:cNvPicPr>
          <p:nvPr/>
        </p:nvPicPr>
        <p:blipFill>
          <a:blip r:embed="rId4"/>
          <a:stretch>
            <a:fillRect/>
          </a:stretch>
        </p:blipFill>
        <p:spPr>
          <a:xfrm>
            <a:off x="6096000" y="2479290"/>
            <a:ext cx="6040523" cy="3271100"/>
          </a:xfrm>
          <a:prstGeom prst="rect">
            <a:avLst/>
          </a:prstGeom>
        </p:spPr>
      </p:pic>
      <p:sp>
        <p:nvSpPr>
          <p:cNvPr id="4" name="Arrow: Right 3">
            <a:extLst>
              <a:ext uri="{FF2B5EF4-FFF2-40B4-BE49-F238E27FC236}">
                <a16:creationId xmlns:a16="http://schemas.microsoft.com/office/drawing/2014/main" id="{EDBB0165-2A69-DB44-FE57-CB6073AA3AEB}"/>
              </a:ext>
            </a:extLst>
          </p:cNvPr>
          <p:cNvSpPr/>
          <p:nvPr/>
        </p:nvSpPr>
        <p:spPr>
          <a:xfrm>
            <a:off x="5659688" y="3703351"/>
            <a:ext cx="436312" cy="4114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6311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E8196-D460-FAE9-9DCB-5A3D5ABA4165}"/>
              </a:ext>
            </a:extLst>
          </p:cNvPr>
          <p:cNvSpPr>
            <a:spLocks noGrp="1"/>
          </p:cNvSpPr>
          <p:nvPr>
            <p:ph type="title"/>
          </p:nvPr>
        </p:nvSpPr>
        <p:spPr>
          <a:xfrm>
            <a:off x="566786" y="544234"/>
            <a:ext cx="11058427" cy="1325563"/>
          </a:xfrm>
        </p:spPr>
        <p:txBody>
          <a:bodyPr>
            <a:normAutofit fontScale="90000"/>
          </a:bodyPr>
          <a:lstStyle/>
          <a:p>
            <a:r>
              <a:rPr lang="en-US" sz="3300" dirty="0"/>
              <a:t>Z* star calculation: Step 3: Use “Near” Geoprocessing Tool with the new Median Center Site C layer to find the nearest Tidal Datum station that is sorted for MSL Levels </a:t>
            </a:r>
            <a:br>
              <a:rPr lang="en-US" dirty="0"/>
            </a:br>
            <a:endParaRPr lang="en-US" dirty="0"/>
          </a:p>
        </p:txBody>
      </p:sp>
      <p:graphicFrame>
        <p:nvGraphicFramePr>
          <p:cNvPr id="16" name="Content Placeholder 3">
            <a:extLst>
              <a:ext uri="{FF2B5EF4-FFF2-40B4-BE49-F238E27FC236}">
                <a16:creationId xmlns:a16="http://schemas.microsoft.com/office/drawing/2014/main" id="{1989821F-53E4-7A73-A682-710C106C7E1D}"/>
              </a:ext>
            </a:extLst>
          </p:cNvPr>
          <p:cNvGraphicFramePr>
            <a:graphicFrameLocks/>
          </p:cNvGraphicFramePr>
          <p:nvPr>
            <p:extLst>
              <p:ext uri="{D42A27DB-BD31-4B8C-83A1-F6EECF244321}">
                <p14:modId xmlns:p14="http://schemas.microsoft.com/office/powerpoint/2010/main" val="3766194126"/>
              </p:ext>
            </p:extLst>
          </p:nvPr>
        </p:nvGraphicFramePr>
        <p:xfrm>
          <a:off x="688158" y="2141913"/>
          <a:ext cx="10558023" cy="3264850"/>
        </p:xfrm>
        <a:graphic>
          <a:graphicData uri="http://schemas.openxmlformats.org/drawingml/2006/table">
            <a:tbl>
              <a:tblPr firstRow="1" bandRow="1">
                <a:tableStyleId>{5C22544A-7EE6-4342-B048-85BDC9FD1C3A}</a:tableStyleId>
              </a:tblPr>
              <a:tblGrid>
                <a:gridCol w="1508289">
                  <a:extLst>
                    <a:ext uri="{9D8B030D-6E8A-4147-A177-3AD203B41FA5}">
                      <a16:colId xmlns:a16="http://schemas.microsoft.com/office/drawing/2014/main" val="3081537232"/>
                    </a:ext>
                  </a:extLst>
                </a:gridCol>
                <a:gridCol w="1508289">
                  <a:extLst>
                    <a:ext uri="{9D8B030D-6E8A-4147-A177-3AD203B41FA5}">
                      <a16:colId xmlns:a16="http://schemas.microsoft.com/office/drawing/2014/main" val="2528902099"/>
                    </a:ext>
                  </a:extLst>
                </a:gridCol>
                <a:gridCol w="1508289">
                  <a:extLst>
                    <a:ext uri="{9D8B030D-6E8A-4147-A177-3AD203B41FA5}">
                      <a16:colId xmlns:a16="http://schemas.microsoft.com/office/drawing/2014/main" val="1415145700"/>
                    </a:ext>
                  </a:extLst>
                </a:gridCol>
                <a:gridCol w="1508289">
                  <a:extLst>
                    <a:ext uri="{9D8B030D-6E8A-4147-A177-3AD203B41FA5}">
                      <a16:colId xmlns:a16="http://schemas.microsoft.com/office/drawing/2014/main" val="2079523034"/>
                    </a:ext>
                  </a:extLst>
                </a:gridCol>
                <a:gridCol w="1508289">
                  <a:extLst>
                    <a:ext uri="{9D8B030D-6E8A-4147-A177-3AD203B41FA5}">
                      <a16:colId xmlns:a16="http://schemas.microsoft.com/office/drawing/2014/main" val="1584097408"/>
                    </a:ext>
                  </a:extLst>
                </a:gridCol>
                <a:gridCol w="1508289">
                  <a:extLst>
                    <a:ext uri="{9D8B030D-6E8A-4147-A177-3AD203B41FA5}">
                      <a16:colId xmlns:a16="http://schemas.microsoft.com/office/drawing/2014/main" val="1463940253"/>
                    </a:ext>
                  </a:extLst>
                </a:gridCol>
                <a:gridCol w="1508289">
                  <a:extLst>
                    <a:ext uri="{9D8B030D-6E8A-4147-A177-3AD203B41FA5}">
                      <a16:colId xmlns:a16="http://schemas.microsoft.com/office/drawing/2014/main" val="2910918995"/>
                    </a:ext>
                  </a:extLst>
                </a:gridCol>
              </a:tblGrid>
              <a:tr h="2139040">
                <a:tc>
                  <a:txBody>
                    <a:bodyPr/>
                    <a:lstStyle/>
                    <a:p>
                      <a:r>
                        <a:rPr lang="en-US" dirty="0"/>
                        <a:t>Site</a:t>
                      </a:r>
                    </a:p>
                  </a:txBody>
                  <a:tcPr/>
                </a:tc>
                <a:tc>
                  <a:txBody>
                    <a:bodyPr/>
                    <a:lstStyle/>
                    <a:p>
                      <a:r>
                        <a:rPr lang="en-US" dirty="0"/>
                        <a:t>X Midpoint Coordinate</a:t>
                      </a:r>
                    </a:p>
                  </a:txBody>
                  <a:tcPr/>
                </a:tc>
                <a:tc>
                  <a:txBody>
                    <a:bodyPr/>
                    <a:lstStyle/>
                    <a:p>
                      <a:r>
                        <a:rPr lang="en-US" dirty="0"/>
                        <a:t>Y Midpoint Coordinate</a:t>
                      </a:r>
                    </a:p>
                  </a:txBody>
                  <a:tcPr/>
                </a:tc>
                <a:tc>
                  <a:txBody>
                    <a:bodyPr/>
                    <a:lstStyle/>
                    <a:p>
                      <a:r>
                        <a:rPr lang="en-US" dirty="0"/>
                        <a:t>Nearest Distance (meters)</a:t>
                      </a:r>
                    </a:p>
                  </a:txBody>
                  <a:tcPr/>
                </a:tc>
                <a:tc>
                  <a:txBody>
                    <a:bodyPr/>
                    <a:lstStyle/>
                    <a:p>
                      <a:r>
                        <a:rPr lang="en-US" dirty="0"/>
                        <a:t>Nearest Station ID</a:t>
                      </a:r>
                    </a:p>
                  </a:txBody>
                  <a:tcPr/>
                </a:tc>
                <a:tc>
                  <a:txBody>
                    <a:bodyPr/>
                    <a:lstStyle/>
                    <a:p>
                      <a:r>
                        <a:rPr lang="en-US" dirty="0"/>
                        <a:t>MSL (ft)</a:t>
                      </a:r>
                    </a:p>
                  </a:txBody>
                  <a:tcPr/>
                </a:tc>
                <a:tc>
                  <a:txBody>
                    <a:bodyPr/>
                    <a:lstStyle/>
                    <a:p>
                      <a:r>
                        <a:rPr lang="en-US" dirty="0"/>
                        <a:t>MHHW (ft)</a:t>
                      </a:r>
                    </a:p>
                  </a:txBody>
                  <a:tcPr/>
                </a:tc>
                <a:extLst>
                  <a:ext uri="{0D108BD9-81ED-4DB2-BD59-A6C34878D82A}">
                    <a16:rowId xmlns:a16="http://schemas.microsoft.com/office/drawing/2014/main" val="307144397"/>
                  </a:ext>
                </a:extLst>
              </a:tr>
              <a:tr h="1125810">
                <a:tc>
                  <a:txBody>
                    <a:bodyPr/>
                    <a:lstStyle/>
                    <a:p>
                      <a:r>
                        <a:rPr lang="en-US" dirty="0"/>
                        <a:t>C</a:t>
                      </a:r>
                    </a:p>
                  </a:txBody>
                  <a:tcPr/>
                </a:tc>
                <a:tc>
                  <a:txBody>
                    <a:bodyPr/>
                    <a:lstStyle/>
                    <a:p>
                      <a:r>
                        <a:rPr lang="en-US" sz="1800" dirty="0"/>
                        <a:t>5983823.271</a:t>
                      </a:r>
                      <a:endParaRPr lang="en-US" dirty="0"/>
                    </a:p>
                  </a:txBody>
                  <a:tcPr/>
                </a:tc>
                <a:tc>
                  <a:txBody>
                    <a:bodyPr/>
                    <a:lstStyle/>
                    <a:p>
                      <a:r>
                        <a:rPr lang="en-US" sz="1800" dirty="0"/>
                        <a:t>2167114.728</a:t>
                      </a:r>
                      <a:endParaRPr lang="en-US" dirty="0"/>
                    </a:p>
                  </a:txBody>
                  <a:tcPr/>
                </a:tc>
                <a:tc>
                  <a:txBody>
                    <a:bodyPr/>
                    <a:lstStyle/>
                    <a:p>
                      <a:r>
                        <a:rPr lang="en-US" sz="1800" dirty="0"/>
                        <a:t>3080.398912</a:t>
                      </a:r>
                      <a:endParaRPr lang="en-US" dirty="0"/>
                    </a:p>
                  </a:txBody>
                  <a:tcPr/>
                </a:tc>
                <a:tc>
                  <a:txBody>
                    <a:bodyPr/>
                    <a:lstStyle/>
                    <a:p>
                      <a:r>
                        <a:rPr lang="en-US" sz="1800" dirty="0"/>
                        <a:t>335</a:t>
                      </a:r>
                      <a:endParaRPr lang="en-US" dirty="0"/>
                    </a:p>
                  </a:txBody>
                  <a:tcPr/>
                </a:tc>
                <a:tc>
                  <a:txBody>
                    <a:bodyPr/>
                    <a:lstStyle/>
                    <a:p>
                      <a:r>
                        <a:rPr lang="en-US" sz="1800" dirty="0"/>
                        <a:t>3.319648</a:t>
                      </a:r>
                      <a:endParaRPr lang="en-US" dirty="0"/>
                    </a:p>
                  </a:txBody>
                  <a:tcPr/>
                </a:tc>
                <a:tc>
                  <a:txBody>
                    <a:bodyPr/>
                    <a:lstStyle/>
                    <a:p>
                      <a:r>
                        <a:rPr lang="en-US" sz="1800" dirty="0"/>
                        <a:t>6.069566</a:t>
                      </a:r>
                      <a:endParaRPr lang="en-US" dirty="0"/>
                    </a:p>
                  </a:txBody>
                  <a:tcPr/>
                </a:tc>
                <a:extLst>
                  <a:ext uri="{0D108BD9-81ED-4DB2-BD59-A6C34878D82A}">
                    <a16:rowId xmlns:a16="http://schemas.microsoft.com/office/drawing/2014/main" val="1645479115"/>
                  </a:ext>
                </a:extLst>
              </a:tr>
            </a:tbl>
          </a:graphicData>
        </a:graphic>
      </p:graphicFrame>
    </p:spTree>
    <p:extLst>
      <p:ext uri="{BB962C8B-B14F-4D97-AF65-F5344CB8AC3E}">
        <p14:creationId xmlns:p14="http://schemas.microsoft.com/office/powerpoint/2010/main" val="1646422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55BED09-E7B7-5C0C-2DA8-3F2A3ED62C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9848" y="1361209"/>
            <a:ext cx="7324001" cy="4394399"/>
          </a:xfrm>
          <a:prstGeom prst="rect">
            <a:avLst/>
          </a:prstGeom>
        </p:spPr>
      </p:pic>
      <p:pic>
        <p:nvPicPr>
          <p:cNvPr id="8" name="Picture 7">
            <a:extLst>
              <a:ext uri="{FF2B5EF4-FFF2-40B4-BE49-F238E27FC236}">
                <a16:creationId xmlns:a16="http://schemas.microsoft.com/office/drawing/2014/main" id="{04ED80EB-DB2A-9FC7-B670-ECBBA55D09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3849" y="1953490"/>
            <a:ext cx="4320401" cy="2592239"/>
          </a:xfrm>
          <a:prstGeom prst="rect">
            <a:avLst/>
          </a:prstGeom>
        </p:spPr>
      </p:pic>
    </p:spTree>
    <p:extLst>
      <p:ext uri="{BB962C8B-B14F-4D97-AF65-F5344CB8AC3E}">
        <p14:creationId xmlns:p14="http://schemas.microsoft.com/office/powerpoint/2010/main" val="3407976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8B510-1400-9903-FF29-F292632EABDC}"/>
              </a:ext>
            </a:extLst>
          </p:cNvPr>
          <p:cNvSpPr>
            <a:spLocks noGrp="1"/>
          </p:cNvSpPr>
          <p:nvPr>
            <p:ph type="title"/>
          </p:nvPr>
        </p:nvSpPr>
        <p:spPr/>
        <p:txBody>
          <a:bodyPr/>
          <a:lstStyle/>
          <a:p>
            <a:r>
              <a:rPr lang="en-US" dirty="0"/>
              <a:t>Distance From Marsh Edge-Mean and Raw Data</a:t>
            </a:r>
          </a:p>
        </p:txBody>
      </p:sp>
      <p:pic>
        <p:nvPicPr>
          <p:cNvPr id="5" name="Content Placeholder 4">
            <a:extLst>
              <a:ext uri="{FF2B5EF4-FFF2-40B4-BE49-F238E27FC236}">
                <a16:creationId xmlns:a16="http://schemas.microsoft.com/office/drawing/2014/main" id="{B3508A02-D863-03B7-19E3-669FDA595AF8}"/>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69719" y="1999213"/>
            <a:ext cx="4964989" cy="3555769"/>
          </a:xfrm>
          <a:prstGeom prst="rect">
            <a:avLst/>
          </a:prstGeom>
        </p:spPr>
      </p:pic>
      <p:pic>
        <p:nvPicPr>
          <p:cNvPr id="13" name="Picture 12">
            <a:extLst>
              <a:ext uri="{FF2B5EF4-FFF2-40B4-BE49-F238E27FC236}">
                <a16:creationId xmlns:a16="http://schemas.microsoft.com/office/drawing/2014/main" id="{E359E4DE-2BE7-2D7C-B5F3-8B1A436E40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2927" y="1828800"/>
            <a:ext cx="6494327" cy="3896596"/>
          </a:xfrm>
          <a:prstGeom prst="rect">
            <a:avLst/>
          </a:prstGeom>
        </p:spPr>
      </p:pic>
    </p:spTree>
    <p:extLst>
      <p:ext uri="{BB962C8B-B14F-4D97-AF65-F5344CB8AC3E}">
        <p14:creationId xmlns:p14="http://schemas.microsoft.com/office/powerpoint/2010/main" val="2146656366"/>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F629-7F9D-B2F9-3160-9164D59549AB}"/>
              </a:ext>
            </a:extLst>
          </p:cNvPr>
          <p:cNvSpPr>
            <a:spLocks noGrp="1"/>
          </p:cNvSpPr>
          <p:nvPr>
            <p:ph type="title"/>
          </p:nvPr>
        </p:nvSpPr>
        <p:spPr>
          <a:xfrm>
            <a:off x="839788" y="365126"/>
            <a:ext cx="9793647" cy="303212"/>
          </a:xfrm>
        </p:spPr>
        <p:txBody>
          <a:bodyPr>
            <a:normAutofit fontScale="90000"/>
          </a:bodyPr>
          <a:lstStyle/>
          <a:p>
            <a:r>
              <a:rPr lang="en-US" dirty="0"/>
              <a:t>Distance and Location of Sediment Deposition Through Time</a:t>
            </a:r>
          </a:p>
        </p:txBody>
      </p:sp>
      <p:pic>
        <p:nvPicPr>
          <p:cNvPr id="11" name="Content Placeholder 10">
            <a:extLst>
              <a:ext uri="{FF2B5EF4-FFF2-40B4-BE49-F238E27FC236}">
                <a16:creationId xmlns:a16="http://schemas.microsoft.com/office/drawing/2014/main" id="{16744A28-B31D-07DC-B7DD-A3EE5493726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3541" y="1537853"/>
            <a:ext cx="5767490" cy="4325619"/>
          </a:xfrm>
          <a:prstGeom prst="rect">
            <a:avLst/>
          </a:prstGeom>
        </p:spPr>
      </p:pic>
      <p:pic>
        <p:nvPicPr>
          <p:cNvPr id="7" name="Content Placeholder 6">
            <a:extLst>
              <a:ext uri="{FF2B5EF4-FFF2-40B4-BE49-F238E27FC236}">
                <a16:creationId xmlns:a16="http://schemas.microsoft.com/office/drawing/2014/main" id="{424D0B47-7FF9-A09A-F123-45C2DA135DEC}"/>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803004" y="3323590"/>
            <a:ext cx="5183188" cy="3109912"/>
          </a:xfrm>
          <a:prstGeom prst="rect">
            <a:avLst/>
          </a:prstGeom>
        </p:spPr>
      </p:pic>
      <p:pic>
        <p:nvPicPr>
          <p:cNvPr id="8" name="Picture 7">
            <a:extLst>
              <a:ext uri="{FF2B5EF4-FFF2-40B4-BE49-F238E27FC236}">
                <a16:creationId xmlns:a16="http://schemas.microsoft.com/office/drawing/2014/main" id="{0CC2784D-4720-D683-5061-F0B42A8E4E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39926" y="868509"/>
            <a:ext cx="3758184" cy="2254909"/>
          </a:xfrm>
          <a:prstGeom prst="rect">
            <a:avLst/>
          </a:prstGeom>
        </p:spPr>
      </p:pic>
    </p:spTree>
    <p:extLst>
      <p:ext uri="{BB962C8B-B14F-4D97-AF65-F5344CB8AC3E}">
        <p14:creationId xmlns:p14="http://schemas.microsoft.com/office/powerpoint/2010/main" val="4237715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1AFB8-C5F3-2AAD-6A59-2FF55EADA55E}"/>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4F9C5144-6CD8-5435-116D-D6D06A504F64}"/>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66BE9E60-033F-B639-A4E8-4FB10A3E0440}"/>
              </a:ext>
            </a:extLst>
          </p:cNvPr>
          <p:cNvPicPr>
            <a:picLocks noChangeAspect="1"/>
          </p:cNvPicPr>
          <p:nvPr/>
        </p:nvPicPr>
        <p:blipFill>
          <a:blip r:embed="rId2"/>
          <a:stretch>
            <a:fillRect/>
          </a:stretch>
        </p:blipFill>
        <p:spPr>
          <a:xfrm>
            <a:off x="838200" y="260192"/>
            <a:ext cx="11636748" cy="6073666"/>
          </a:xfrm>
          <a:prstGeom prst="rect">
            <a:avLst/>
          </a:prstGeom>
        </p:spPr>
      </p:pic>
    </p:spTree>
    <p:extLst>
      <p:ext uri="{BB962C8B-B14F-4D97-AF65-F5344CB8AC3E}">
        <p14:creationId xmlns:p14="http://schemas.microsoft.com/office/powerpoint/2010/main" val="495232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72A8-247F-2AFD-5F17-5FF36C9E00AC}"/>
              </a:ext>
            </a:extLst>
          </p:cNvPr>
          <p:cNvSpPr>
            <a:spLocks noGrp="1"/>
          </p:cNvSpPr>
          <p:nvPr>
            <p:ph type="title"/>
          </p:nvPr>
        </p:nvSpPr>
        <p:spPr/>
        <p:txBody>
          <a:bodyPr/>
          <a:lstStyle/>
          <a:p>
            <a:pPr algn="ctr"/>
            <a:r>
              <a:rPr lang="en-US" dirty="0"/>
              <a:t>Precipitation Differences Across USGS and NERR Dataset!</a:t>
            </a:r>
          </a:p>
        </p:txBody>
      </p:sp>
      <p:pic>
        <p:nvPicPr>
          <p:cNvPr id="7" name="Content Placeholder 6">
            <a:extLst>
              <a:ext uri="{FF2B5EF4-FFF2-40B4-BE49-F238E27FC236}">
                <a16:creationId xmlns:a16="http://schemas.microsoft.com/office/drawing/2014/main" id="{2EAB9C48-CE05-8CAA-4581-643FD7B81F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6464"/>
          <a:stretch>
            <a:fillRect/>
          </a:stretch>
        </p:blipFill>
        <p:spPr>
          <a:xfrm>
            <a:off x="2930392" y="1825625"/>
            <a:ext cx="6331215" cy="4351338"/>
          </a:xfrm>
          <a:prstGeom prst="rect">
            <a:avLst/>
          </a:prstGeom>
        </p:spPr>
      </p:pic>
    </p:spTree>
    <p:extLst>
      <p:ext uri="{BB962C8B-B14F-4D97-AF65-F5344CB8AC3E}">
        <p14:creationId xmlns:p14="http://schemas.microsoft.com/office/powerpoint/2010/main" val="3410803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CD75-48D8-CE82-F71B-B4E674746013}"/>
              </a:ext>
            </a:extLst>
          </p:cNvPr>
          <p:cNvSpPr>
            <a:spLocks noGrp="1"/>
          </p:cNvSpPr>
          <p:nvPr>
            <p:ph type="title"/>
          </p:nvPr>
        </p:nvSpPr>
        <p:spPr>
          <a:xfrm>
            <a:off x="838200" y="5702341"/>
            <a:ext cx="7061616" cy="804161"/>
          </a:xfrm>
        </p:spPr>
        <p:txBody>
          <a:bodyPr vert="horz" lIns="91440" tIns="45720" rIns="91440" bIns="45720" rtlCol="0" anchor="ctr">
            <a:normAutofit fontScale="90000"/>
          </a:bodyPr>
          <a:lstStyle/>
          <a:p>
            <a:r>
              <a:rPr lang="en-US" sz="3200" kern="1200" dirty="0">
                <a:solidFill>
                  <a:schemeClr val="tx1"/>
                </a:solidFill>
                <a:latin typeface="+mj-lt"/>
                <a:ea typeface="+mj-ea"/>
                <a:cs typeface="+mj-cs"/>
              </a:rPr>
              <a:t>Look at the study areas and look at each 10 data points and see how much of the flags </a:t>
            </a:r>
          </a:p>
        </p:txBody>
      </p:sp>
      <p:pic>
        <p:nvPicPr>
          <p:cNvPr id="9" name="Picture 8">
            <a:extLst>
              <a:ext uri="{FF2B5EF4-FFF2-40B4-BE49-F238E27FC236}">
                <a16:creationId xmlns:a16="http://schemas.microsoft.com/office/drawing/2014/main" id="{3A64C311-36A9-6CCB-02CD-0303F454D5BB}"/>
              </a:ext>
            </a:extLst>
          </p:cNvPr>
          <p:cNvPicPr>
            <a:picLocks noChangeAspect="1"/>
          </p:cNvPicPr>
          <p:nvPr/>
        </p:nvPicPr>
        <p:blipFill>
          <a:blip r:embed="rId3">
            <a:extLst>
              <a:ext uri="{28A0092B-C50C-407E-A947-70E740481C1C}">
                <a14:useLocalDpi xmlns:a14="http://schemas.microsoft.com/office/drawing/2010/main" val="0"/>
              </a:ext>
            </a:extLst>
          </a:blip>
          <a:srcRect r="5357" b="1"/>
          <a:stretch>
            <a:fillRect/>
          </a:stretch>
        </p:blipFill>
        <p:spPr>
          <a:xfrm>
            <a:off x="6584494" y="1348637"/>
            <a:ext cx="5055101" cy="3204688"/>
          </a:xfrm>
          <a:prstGeom prst="rect">
            <a:avLst/>
          </a:prstGeom>
        </p:spPr>
      </p:pic>
      <p:pic>
        <p:nvPicPr>
          <p:cNvPr id="5" name="Content Placeholder 4">
            <a:extLst>
              <a:ext uri="{FF2B5EF4-FFF2-40B4-BE49-F238E27FC236}">
                <a16:creationId xmlns:a16="http://schemas.microsoft.com/office/drawing/2014/main" id="{2244DBEC-7027-102E-4669-4647F215F7D5}"/>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l="225" r="12423" b="-4"/>
          <a:stretch>
            <a:fillRect/>
          </a:stretch>
        </p:blipFill>
        <p:spPr>
          <a:xfrm>
            <a:off x="838200" y="1348636"/>
            <a:ext cx="4665389" cy="3204689"/>
          </a:xfrm>
          <a:prstGeom prst="rect">
            <a:avLst/>
          </a:prstGeom>
        </p:spPr>
      </p:pic>
      <p:grpSp>
        <p:nvGrpSpPr>
          <p:cNvPr id="14" name="Group 13">
            <a:extLst>
              <a:ext uri="{FF2B5EF4-FFF2-40B4-BE49-F238E27FC236}">
                <a16:creationId xmlns:a16="http://schemas.microsoft.com/office/drawing/2014/main" id="{AA47CC56-1188-533D-88C5-F705AFAAAE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193370"/>
            <a:ext cx="12207200" cy="123363"/>
            <a:chOff x="-5025" y="6737718"/>
            <a:chExt cx="12207200" cy="123363"/>
          </a:xfrm>
        </p:grpSpPr>
        <p:sp>
          <p:nvSpPr>
            <p:cNvPr id="15" name="Rectangle 14">
              <a:extLst>
                <a:ext uri="{FF2B5EF4-FFF2-40B4-BE49-F238E27FC236}">
                  <a16:creationId xmlns:a16="http://schemas.microsoft.com/office/drawing/2014/main" id="{5EEFA798-8C89-9948-4282-92855291A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4009D10-42BE-E080-5E98-DA638B250D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02383F9-DAC0-4BA5-57B6-58CCBF79EAA3}"/>
              </a:ext>
            </a:extLst>
          </p:cNvPr>
          <p:cNvSpPr txBox="1"/>
          <p:nvPr/>
        </p:nvSpPr>
        <p:spPr>
          <a:xfrm>
            <a:off x="2505876" y="708591"/>
            <a:ext cx="2273942" cy="477054"/>
          </a:xfrm>
          <a:prstGeom prst="rect">
            <a:avLst/>
          </a:prstGeom>
          <a:noFill/>
        </p:spPr>
        <p:txBody>
          <a:bodyPr wrap="square" rtlCol="0">
            <a:spAutoFit/>
          </a:bodyPr>
          <a:lstStyle/>
          <a:p>
            <a:r>
              <a:rPr lang="en-US" sz="2500" b="1" dirty="0"/>
              <a:t>2022-2023</a:t>
            </a:r>
          </a:p>
        </p:txBody>
      </p:sp>
      <p:sp>
        <p:nvSpPr>
          <p:cNvPr id="11" name="TextBox 10">
            <a:extLst>
              <a:ext uri="{FF2B5EF4-FFF2-40B4-BE49-F238E27FC236}">
                <a16:creationId xmlns:a16="http://schemas.microsoft.com/office/drawing/2014/main" id="{14EABA1F-9765-D076-4D3B-EE4D037D3524}"/>
              </a:ext>
            </a:extLst>
          </p:cNvPr>
          <p:cNvSpPr txBox="1"/>
          <p:nvPr/>
        </p:nvSpPr>
        <p:spPr>
          <a:xfrm>
            <a:off x="7199104" y="551561"/>
            <a:ext cx="2273942" cy="477054"/>
          </a:xfrm>
          <a:prstGeom prst="rect">
            <a:avLst/>
          </a:prstGeom>
          <a:noFill/>
        </p:spPr>
        <p:txBody>
          <a:bodyPr wrap="square" rtlCol="0">
            <a:spAutoFit/>
          </a:bodyPr>
          <a:lstStyle/>
          <a:p>
            <a:r>
              <a:rPr lang="en-US" sz="2500" b="1" dirty="0"/>
              <a:t>2025-2026</a:t>
            </a:r>
          </a:p>
        </p:txBody>
      </p:sp>
    </p:spTree>
    <p:extLst>
      <p:ext uri="{BB962C8B-B14F-4D97-AF65-F5344CB8AC3E}">
        <p14:creationId xmlns:p14="http://schemas.microsoft.com/office/powerpoint/2010/main" val="3498836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TotalTime>
  <Words>587</Words>
  <Application>Microsoft Office PowerPoint</Application>
  <PresentationFormat>Widescreen</PresentationFormat>
  <Paragraphs>44</Paragraphs>
  <Slides>12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Site C Deep Dive </vt:lpstr>
      <vt:lpstr>Site C Position Within the Bay </vt:lpstr>
      <vt:lpstr>PowerPoint Presentation</vt:lpstr>
      <vt:lpstr>z* star calculation:  Step 1: Median Center of the “site C” layer points  (see pink triangle)  </vt:lpstr>
      <vt:lpstr>Z* star calculation: Step 2: Sort by Attribute within the SF BCDC 2016 Tidal Datums for any values that don’t have “null” or “-9999” in MSL  </vt:lpstr>
      <vt:lpstr>Z* star calculation: Step 3: Use “Near” Geoprocessing Tool with the new Median Center Site C layer to find the nearest Tidal Datum station that is sorted for MSL Levels  </vt:lpstr>
      <vt:lpstr>PowerPoint Presentation</vt:lpstr>
      <vt:lpstr>Distance From Marsh Edge-Mean and Raw Data</vt:lpstr>
      <vt:lpstr>Distance and Location of Sediment Deposition Through Time</vt:lpstr>
      <vt:lpstr>PowerPoint Presentation</vt:lpstr>
      <vt:lpstr>Precipitation Differences Across USGS and NERR Dataset!</vt:lpstr>
      <vt:lpstr>Look at the study areas and look at each 10 data points and see how much of the flags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Savannah Karin Miller</dc:creator>
  <cp:lastModifiedBy>Savannah Karin Miller</cp:lastModifiedBy>
  <cp:revision>1</cp:revision>
  <dcterms:created xsi:type="dcterms:W3CDTF">2026-06-26T17:03:46Z</dcterms:created>
  <dcterms:modified xsi:type="dcterms:W3CDTF">2026-06-26T21:55:29Z</dcterms:modified>
</cp:coreProperties>
</file>