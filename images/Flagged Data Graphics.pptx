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9" r:id="rId3"/>
    <p:sldId id="268" r:id="rId4"/>
    <p:sldId id="267" r:id="rId5"/>
    <p:sldId id="257" r:id="rId6"/>
    <p:sldId id="27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223B4E-FD89-4A6E-9E8C-49204390B3F5}" v="9" dt="2026-07-24T22:33:57.8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vannah Karin Miller" userId="22c948fc-cece-4b89-9db3-f9f8a6b29aef" providerId="ADAL" clId="{39DE2C0E-7095-495B-81F3-37AFAFAFC50B}"/>
    <pc:docChg chg="undo custSel addSld delSld modSld sldOrd">
      <pc:chgData name="Savannah Karin Miller" userId="22c948fc-cece-4b89-9db3-f9f8a6b29aef" providerId="ADAL" clId="{39DE2C0E-7095-495B-81F3-37AFAFAFC50B}" dt="2026-07-24T23:42:49.573" v="440" actId="20577"/>
      <pc:docMkLst>
        <pc:docMk/>
      </pc:docMkLst>
      <pc:sldChg chg="addSp delSp modSp mod setBg modNotesTx">
        <pc:chgData name="Savannah Karin Miller" userId="22c948fc-cece-4b89-9db3-f9f8a6b29aef" providerId="ADAL" clId="{39DE2C0E-7095-495B-81F3-37AFAFAFC50B}" dt="2026-07-24T23:42:49.573" v="440" actId="20577"/>
        <pc:sldMkLst>
          <pc:docMk/>
          <pc:sldMk cId="4186647946" sldId="257"/>
        </pc:sldMkLst>
        <pc:spChg chg="add del mod">
          <ac:chgData name="Savannah Karin Miller" userId="22c948fc-cece-4b89-9db3-f9f8a6b29aef" providerId="ADAL" clId="{39DE2C0E-7095-495B-81F3-37AFAFAFC50B}" dt="2026-07-24T22:26:55.451" v="258" actId="1076"/>
          <ac:spMkLst>
            <pc:docMk/>
            <pc:sldMk cId="4186647946" sldId="257"/>
            <ac:spMk id="2" creationId="{695C182A-678A-6134-65A2-0E938BE8159D}"/>
          </ac:spMkLst>
        </pc:spChg>
        <pc:spChg chg="del mod">
          <ac:chgData name="Savannah Karin Miller" userId="22c948fc-cece-4b89-9db3-f9f8a6b29aef" providerId="ADAL" clId="{39DE2C0E-7095-495B-81F3-37AFAFAFC50B}" dt="2026-07-24T08:29:55.378" v="4" actId="478"/>
          <ac:spMkLst>
            <pc:docMk/>
            <pc:sldMk cId="4186647946" sldId="257"/>
            <ac:spMk id="3" creationId="{B7594FA6-6FF4-3761-215A-ADE5662B2B3A}"/>
          </ac:spMkLst>
        </pc:spChg>
        <pc:spChg chg="add del mod">
          <ac:chgData name="Savannah Karin Miller" userId="22c948fc-cece-4b89-9db3-f9f8a6b29aef" providerId="ADAL" clId="{39DE2C0E-7095-495B-81F3-37AFAFAFC50B}" dt="2026-07-24T08:30:04.155" v="8" actId="478"/>
          <ac:spMkLst>
            <pc:docMk/>
            <pc:sldMk cId="4186647946" sldId="257"/>
            <ac:spMk id="5" creationId="{D7B3E15E-A4CE-3D60-65B5-E0AA2B539C8D}"/>
          </ac:spMkLst>
        </pc:spChg>
        <pc:spChg chg="add del mod">
          <ac:chgData name="Savannah Karin Miller" userId="22c948fc-cece-4b89-9db3-f9f8a6b29aef" providerId="ADAL" clId="{39DE2C0E-7095-495B-81F3-37AFAFAFC50B}" dt="2026-07-24T08:31:18.339" v="12" actId="478"/>
          <ac:spMkLst>
            <pc:docMk/>
            <pc:sldMk cId="4186647946" sldId="257"/>
            <ac:spMk id="9" creationId="{8B81A7D8-A7BC-7A75-E131-DC91EE0FD22D}"/>
          </ac:spMkLst>
        </pc:spChg>
        <pc:spChg chg="add del">
          <ac:chgData name="Savannah Karin Miller" userId="22c948fc-cece-4b89-9db3-f9f8a6b29aef" providerId="ADAL" clId="{39DE2C0E-7095-495B-81F3-37AFAFAFC50B}" dt="2026-07-24T08:31:18.941" v="13" actId="26606"/>
          <ac:spMkLst>
            <pc:docMk/>
            <pc:sldMk cId="4186647946" sldId="257"/>
            <ac:spMk id="12" creationId="{D4771268-CB57-404A-9271-370EB28F6090}"/>
          </ac:spMkLst>
        </pc:spChg>
        <pc:graphicFrameChg chg="add mod modGraphic">
          <ac:chgData name="Savannah Karin Miller" userId="22c948fc-cece-4b89-9db3-f9f8a6b29aef" providerId="ADAL" clId="{39DE2C0E-7095-495B-81F3-37AFAFAFC50B}" dt="2026-07-24T22:27:05.494" v="260" actId="14100"/>
          <ac:graphicFrameMkLst>
            <pc:docMk/>
            <pc:sldMk cId="4186647946" sldId="257"/>
            <ac:graphicFrameMk id="13" creationId="{A8AA364A-5A65-A4AA-B115-25B477A5BC15}"/>
          </ac:graphicFrameMkLst>
        </pc:graphicFrameChg>
        <pc:picChg chg="add del mod">
          <ac:chgData name="Savannah Karin Miller" userId="22c948fc-cece-4b89-9db3-f9f8a6b29aef" providerId="ADAL" clId="{39DE2C0E-7095-495B-81F3-37AFAFAFC50B}" dt="2026-07-24T22:23:26.052" v="213" actId="21"/>
          <ac:picMkLst>
            <pc:docMk/>
            <pc:sldMk cId="4186647946" sldId="257"/>
            <ac:picMk id="7" creationId="{FAA09751-CDC5-F023-1D5D-91B2E91E8801}"/>
          </ac:picMkLst>
        </pc:picChg>
        <pc:picChg chg="add del mod">
          <ac:chgData name="Savannah Karin Miller" userId="22c948fc-cece-4b89-9db3-f9f8a6b29aef" providerId="ADAL" clId="{39DE2C0E-7095-495B-81F3-37AFAFAFC50B}" dt="2026-07-24T22:22:14.146" v="202" actId="21"/>
          <ac:picMkLst>
            <pc:docMk/>
            <pc:sldMk cId="4186647946" sldId="257"/>
            <ac:picMk id="11" creationId="{6A441143-1755-F230-5FEC-5D4EE4844DF8}"/>
          </ac:picMkLst>
        </pc:picChg>
        <pc:picChg chg="add del">
          <ac:chgData name="Savannah Karin Miller" userId="22c948fc-cece-4b89-9db3-f9f8a6b29aef" providerId="ADAL" clId="{39DE2C0E-7095-495B-81F3-37AFAFAFC50B}" dt="2026-07-24T22:22:18.544" v="204" actId="21"/>
          <ac:picMkLst>
            <pc:docMk/>
            <pc:sldMk cId="4186647946" sldId="257"/>
            <ac:picMk id="15" creationId="{6004E20E-356D-D1E2-B1D0-BDE3FC057FDA}"/>
          </ac:picMkLst>
        </pc:picChg>
      </pc:sldChg>
      <pc:sldChg chg="addSp delSp modSp del mod">
        <pc:chgData name="Savannah Karin Miller" userId="22c948fc-cece-4b89-9db3-f9f8a6b29aef" providerId="ADAL" clId="{39DE2C0E-7095-495B-81F3-37AFAFAFC50B}" dt="2026-07-24T22:30:12.811" v="337" actId="2696"/>
        <pc:sldMkLst>
          <pc:docMk/>
          <pc:sldMk cId="2631489723" sldId="258"/>
        </pc:sldMkLst>
        <pc:spChg chg="del">
          <ac:chgData name="Savannah Karin Miller" userId="22c948fc-cece-4b89-9db3-f9f8a6b29aef" providerId="ADAL" clId="{39DE2C0E-7095-495B-81F3-37AFAFAFC50B}" dt="2026-07-24T08:32:57.254" v="37" actId="478"/>
          <ac:spMkLst>
            <pc:docMk/>
            <pc:sldMk cId="2631489723" sldId="258"/>
            <ac:spMk id="3" creationId="{C2C3EA00-06DD-DF86-26AE-43C89419A4E7}"/>
          </ac:spMkLst>
        </pc:spChg>
        <pc:picChg chg="add del mod">
          <ac:chgData name="Savannah Karin Miller" userId="22c948fc-cece-4b89-9db3-f9f8a6b29aef" providerId="ADAL" clId="{39DE2C0E-7095-495B-81F3-37AFAFAFC50B}" dt="2026-07-24T22:28:08.242" v="296" actId="21"/>
          <ac:picMkLst>
            <pc:docMk/>
            <pc:sldMk cId="2631489723" sldId="258"/>
            <ac:picMk id="5" creationId="{E6038268-15C3-2528-9867-A89D08F0134D}"/>
          </ac:picMkLst>
        </pc:picChg>
        <pc:picChg chg="add del mod">
          <ac:chgData name="Savannah Karin Miller" userId="22c948fc-cece-4b89-9db3-f9f8a6b29aef" providerId="ADAL" clId="{39DE2C0E-7095-495B-81F3-37AFAFAFC50B}" dt="2026-07-24T22:22:54.567" v="208" actId="21"/>
          <ac:picMkLst>
            <pc:docMk/>
            <pc:sldMk cId="2631489723" sldId="258"/>
            <ac:picMk id="7" creationId="{7F035AA2-0941-E76C-E8D1-FEE8D6539CE0}"/>
          </ac:picMkLst>
        </pc:picChg>
      </pc:sldChg>
      <pc:sldChg chg="del">
        <pc:chgData name="Savannah Karin Miller" userId="22c948fc-cece-4b89-9db3-f9f8a6b29aef" providerId="ADAL" clId="{39DE2C0E-7095-495B-81F3-37AFAFAFC50B}" dt="2026-07-24T22:30:17.035" v="339" actId="2696"/>
        <pc:sldMkLst>
          <pc:docMk/>
          <pc:sldMk cId="1853752826" sldId="259"/>
        </pc:sldMkLst>
      </pc:sldChg>
      <pc:sldChg chg="addSp delSp modSp del mod">
        <pc:chgData name="Savannah Karin Miller" userId="22c948fc-cece-4b89-9db3-f9f8a6b29aef" providerId="ADAL" clId="{39DE2C0E-7095-495B-81F3-37AFAFAFC50B}" dt="2026-07-24T22:30:21.098" v="341" actId="2696"/>
        <pc:sldMkLst>
          <pc:docMk/>
          <pc:sldMk cId="4083801371" sldId="260"/>
        </pc:sldMkLst>
        <pc:spChg chg="del mod">
          <ac:chgData name="Savannah Karin Miller" userId="22c948fc-cece-4b89-9db3-f9f8a6b29aef" providerId="ADAL" clId="{39DE2C0E-7095-495B-81F3-37AFAFAFC50B}" dt="2026-07-24T08:20:54.198" v="1" actId="931"/>
          <ac:spMkLst>
            <pc:docMk/>
            <pc:sldMk cId="4083801371" sldId="260"/>
            <ac:spMk id="3" creationId="{E4F5D803-F367-5D18-11BD-A94E3442D25A}"/>
          </ac:spMkLst>
        </pc:spChg>
        <pc:spChg chg="add mod">
          <ac:chgData name="Savannah Karin Miller" userId="22c948fc-cece-4b89-9db3-f9f8a6b29aef" providerId="ADAL" clId="{39DE2C0E-7095-495B-81F3-37AFAFAFC50B}" dt="2026-07-24T22:28:26.331" v="298" actId="21"/>
          <ac:spMkLst>
            <pc:docMk/>
            <pc:sldMk cId="4083801371" sldId="260"/>
            <ac:spMk id="7" creationId="{4BF5096C-A90B-CA93-1631-52A698418B1F}"/>
          </ac:spMkLst>
        </pc:spChg>
        <pc:picChg chg="add del mod ord">
          <ac:chgData name="Savannah Karin Miller" userId="22c948fc-cece-4b89-9db3-f9f8a6b29aef" providerId="ADAL" clId="{39DE2C0E-7095-495B-81F3-37AFAFAFC50B}" dt="2026-07-24T22:28:26.331" v="298" actId="21"/>
          <ac:picMkLst>
            <pc:docMk/>
            <pc:sldMk cId="4083801371" sldId="260"/>
            <ac:picMk id="5" creationId="{236AC3D8-2D8B-98AF-86EF-2722909489E7}"/>
          </ac:picMkLst>
        </pc:picChg>
      </pc:sldChg>
      <pc:sldChg chg="addSp delSp modSp new del mod">
        <pc:chgData name="Savannah Karin Miller" userId="22c948fc-cece-4b89-9db3-f9f8a6b29aef" providerId="ADAL" clId="{39DE2C0E-7095-495B-81F3-37AFAFAFC50B}" dt="2026-07-24T22:30:10.628" v="336" actId="2696"/>
        <pc:sldMkLst>
          <pc:docMk/>
          <pc:sldMk cId="1894582898" sldId="261"/>
        </pc:sldMkLst>
        <pc:spChg chg="mod">
          <ac:chgData name="Savannah Karin Miller" userId="22c948fc-cece-4b89-9db3-f9f8a6b29aef" providerId="ADAL" clId="{39DE2C0E-7095-495B-81F3-37AFAFAFC50B}" dt="2026-07-24T08:32:25.450" v="36" actId="20577"/>
          <ac:spMkLst>
            <pc:docMk/>
            <pc:sldMk cId="1894582898" sldId="261"/>
            <ac:spMk id="2" creationId="{C621FCAA-4868-EBCE-02A2-582263F0A7DD}"/>
          </ac:spMkLst>
        </pc:spChg>
        <pc:spChg chg="del">
          <ac:chgData name="Savannah Karin Miller" userId="22c948fc-cece-4b89-9db3-f9f8a6b29aef" providerId="ADAL" clId="{39DE2C0E-7095-495B-81F3-37AFAFAFC50B}" dt="2026-07-24T08:32:20.852" v="21" actId="22"/>
          <ac:spMkLst>
            <pc:docMk/>
            <pc:sldMk cId="1894582898" sldId="261"/>
            <ac:spMk id="3" creationId="{C55F419F-A208-CF45-0E8C-606027A5F929}"/>
          </ac:spMkLst>
        </pc:spChg>
        <pc:spChg chg="add mod">
          <ac:chgData name="Savannah Karin Miller" userId="22c948fc-cece-4b89-9db3-f9f8a6b29aef" providerId="ADAL" clId="{39DE2C0E-7095-495B-81F3-37AFAFAFC50B}" dt="2026-07-24T22:29:38.629" v="329" actId="21"/>
          <ac:spMkLst>
            <pc:docMk/>
            <pc:sldMk cId="1894582898" sldId="261"/>
            <ac:spMk id="9" creationId="{8DC9C6D1-7572-7894-BB66-1343C7D16AC6}"/>
          </ac:spMkLst>
        </pc:spChg>
        <pc:picChg chg="add del mod ord">
          <ac:chgData name="Savannah Karin Miller" userId="22c948fc-cece-4b89-9db3-f9f8a6b29aef" providerId="ADAL" clId="{39DE2C0E-7095-495B-81F3-37AFAFAFC50B}" dt="2026-07-24T22:29:38.629" v="329" actId="21"/>
          <ac:picMkLst>
            <pc:docMk/>
            <pc:sldMk cId="1894582898" sldId="261"/>
            <ac:picMk id="5" creationId="{66014150-F558-E5B1-7E4E-A5FE3B5545C8}"/>
          </ac:picMkLst>
        </pc:picChg>
        <pc:picChg chg="add del mod">
          <ac:chgData name="Savannah Karin Miller" userId="22c948fc-cece-4b89-9db3-f9f8a6b29aef" providerId="ADAL" clId="{39DE2C0E-7095-495B-81F3-37AFAFAFC50B}" dt="2026-07-24T22:29:21.486" v="327" actId="21"/>
          <ac:picMkLst>
            <pc:docMk/>
            <pc:sldMk cId="1894582898" sldId="261"/>
            <ac:picMk id="7" creationId="{170806BC-BF82-A000-B4DF-74CEA0357FC2}"/>
          </ac:picMkLst>
        </pc:picChg>
      </pc:sldChg>
      <pc:sldChg chg="addSp delSp modSp new del mod">
        <pc:chgData name="Savannah Karin Miller" userId="22c948fc-cece-4b89-9db3-f9f8a6b29aef" providerId="ADAL" clId="{39DE2C0E-7095-495B-81F3-37AFAFAFC50B}" dt="2026-07-24T22:30:14.864" v="338" actId="2696"/>
        <pc:sldMkLst>
          <pc:docMk/>
          <pc:sldMk cId="174794945" sldId="262"/>
        </pc:sldMkLst>
        <pc:spChg chg="mod">
          <ac:chgData name="Savannah Karin Miller" userId="22c948fc-cece-4b89-9db3-f9f8a6b29aef" providerId="ADAL" clId="{39DE2C0E-7095-495B-81F3-37AFAFAFC50B}" dt="2026-07-24T08:34:33.546" v="59" actId="20577"/>
          <ac:spMkLst>
            <pc:docMk/>
            <pc:sldMk cId="174794945" sldId="262"/>
            <ac:spMk id="2" creationId="{07E95C71-A163-13B3-5F20-61AACB8FE5B4}"/>
          </ac:spMkLst>
        </pc:spChg>
        <pc:spChg chg="del">
          <ac:chgData name="Savannah Karin Miller" userId="22c948fc-cece-4b89-9db3-f9f8a6b29aef" providerId="ADAL" clId="{39DE2C0E-7095-495B-81F3-37AFAFAFC50B}" dt="2026-07-24T08:34:36.335" v="60" actId="478"/>
          <ac:spMkLst>
            <pc:docMk/>
            <pc:sldMk cId="174794945" sldId="262"/>
            <ac:spMk id="3" creationId="{29499296-5035-3606-5AE2-AF702D216AC3}"/>
          </ac:spMkLst>
        </pc:spChg>
        <pc:picChg chg="add del mod">
          <ac:chgData name="Savannah Karin Miller" userId="22c948fc-cece-4b89-9db3-f9f8a6b29aef" providerId="ADAL" clId="{39DE2C0E-7095-495B-81F3-37AFAFAFC50B}" dt="2026-07-24T22:29:58.366" v="333" actId="21"/>
          <ac:picMkLst>
            <pc:docMk/>
            <pc:sldMk cId="174794945" sldId="262"/>
            <ac:picMk id="5" creationId="{A14EC5E3-39FC-E78B-B111-59AE6AE02FE9}"/>
          </ac:picMkLst>
        </pc:picChg>
        <pc:picChg chg="add del mod">
          <ac:chgData name="Savannah Karin Miller" userId="22c948fc-cece-4b89-9db3-f9f8a6b29aef" providerId="ADAL" clId="{39DE2C0E-7095-495B-81F3-37AFAFAFC50B}" dt="2026-07-24T22:29:45.270" v="331" actId="21"/>
          <ac:picMkLst>
            <pc:docMk/>
            <pc:sldMk cId="174794945" sldId="262"/>
            <ac:picMk id="7" creationId="{5BB55A70-1C9E-1D3F-8B95-7D96EFC01AE6}"/>
          </ac:picMkLst>
        </pc:picChg>
      </pc:sldChg>
      <pc:sldChg chg="modSp new del mod">
        <pc:chgData name="Savannah Karin Miller" userId="22c948fc-cece-4b89-9db3-f9f8a6b29aef" providerId="ADAL" clId="{39DE2C0E-7095-495B-81F3-37AFAFAFC50B}" dt="2026-07-24T22:30:23.084" v="342" actId="2696"/>
        <pc:sldMkLst>
          <pc:docMk/>
          <pc:sldMk cId="649949001" sldId="263"/>
        </pc:sldMkLst>
        <pc:spChg chg="mod">
          <ac:chgData name="Savannah Karin Miller" userId="22c948fc-cece-4b89-9db3-f9f8a6b29aef" providerId="ADAL" clId="{39DE2C0E-7095-495B-81F3-37AFAFAFC50B}" dt="2026-07-24T08:36:15.583" v="86" actId="20577"/>
          <ac:spMkLst>
            <pc:docMk/>
            <pc:sldMk cId="649949001" sldId="263"/>
            <ac:spMk id="2" creationId="{75D55EFF-BAF8-76D9-34DD-5A95E7620935}"/>
          </ac:spMkLst>
        </pc:spChg>
      </pc:sldChg>
      <pc:sldChg chg="modSp new del mod">
        <pc:chgData name="Savannah Karin Miller" userId="22c948fc-cece-4b89-9db3-f9f8a6b29aef" providerId="ADAL" clId="{39DE2C0E-7095-495B-81F3-37AFAFAFC50B}" dt="2026-07-24T22:30:19.156" v="340" actId="2696"/>
        <pc:sldMkLst>
          <pc:docMk/>
          <pc:sldMk cId="2282794336" sldId="264"/>
        </pc:sldMkLst>
        <pc:spChg chg="mod">
          <ac:chgData name="Savannah Karin Miller" userId="22c948fc-cece-4b89-9db3-f9f8a6b29aef" providerId="ADAL" clId="{39DE2C0E-7095-495B-81F3-37AFAFAFC50B}" dt="2026-07-24T08:36:24.284" v="99" actId="20577"/>
          <ac:spMkLst>
            <pc:docMk/>
            <pc:sldMk cId="2282794336" sldId="264"/>
            <ac:spMk id="2" creationId="{D74124DD-0BE2-1DEA-8A8E-7193FAEE4CD5}"/>
          </ac:spMkLst>
        </pc:spChg>
      </pc:sldChg>
      <pc:sldChg chg="delSp add del mod">
        <pc:chgData name="Savannah Karin Miller" userId="22c948fc-cece-4b89-9db3-f9f8a6b29aef" providerId="ADAL" clId="{39DE2C0E-7095-495B-81F3-37AFAFAFC50B}" dt="2026-07-24T22:28:02.119" v="295" actId="2696"/>
        <pc:sldMkLst>
          <pc:docMk/>
          <pc:sldMk cId="2787838000" sldId="265"/>
        </pc:sldMkLst>
        <pc:picChg chg="del">
          <ac:chgData name="Savannah Karin Miller" userId="22c948fc-cece-4b89-9db3-f9f8a6b29aef" providerId="ADAL" clId="{39DE2C0E-7095-495B-81F3-37AFAFAFC50B}" dt="2026-07-24T22:27:36.125" v="290" actId="21"/>
          <ac:picMkLst>
            <pc:docMk/>
            <pc:sldMk cId="2787838000" sldId="265"/>
            <ac:picMk id="7" creationId="{1A0D79C1-1E83-80C9-8204-47BC6930A4E8}"/>
          </ac:picMkLst>
        </pc:picChg>
        <pc:picChg chg="del">
          <ac:chgData name="Savannah Karin Miller" userId="22c948fc-cece-4b89-9db3-f9f8a6b29aef" providerId="ADAL" clId="{39DE2C0E-7095-495B-81F3-37AFAFAFC50B}" dt="2026-07-24T22:27:58.876" v="294" actId="478"/>
          <ac:picMkLst>
            <pc:docMk/>
            <pc:sldMk cId="2787838000" sldId="265"/>
            <ac:picMk id="11" creationId="{27A9125E-1CA4-14F7-A85B-B31610A27F89}"/>
          </ac:picMkLst>
        </pc:picChg>
      </pc:sldChg>
      <pc:sldChg chg="delSp add del mod">
        <pc:chgData name="Savannah Karin Miller" userId="22c948fc-cece-4b89-9db3-f9f8a6b29aef" providerId="ADAL" clId="{39DE2C0E-7095-495B-81F3-37AFAFAFC50B}" dt="2026-07-24T22:30:07.738" v="335" actId="2696"/>
        <pc:sldMkLst>
          <pc:docMk/>
          <pc:sldMk cId="2970447689" sldId="266"/>
        </pc:sldMkLst>
        <pc:picChg chg="del">
          <ac:chgData name="Savannah Karin Miller" userId="22c948fc-cece-4b89-9db3-f9f8a6b29aef" providerId="ADAL" clId="{39DE2C0E-7095-495B-81F3-37AFAFAFC50B}" dt="2026-07-24T22:27:44.276" v="292" actId="478"/>
          <ac:picMkLst>
            <pc:docMk/>
            <pc:sldMk cId="2970447689" sldId="266"/>
            <ac:picMk id="7" creationId="{B8FB652E-ACF1-2334-9ED6-C9E1695525D9}"/>
          </ac:picMkLst>
        </pc:picChg>
        <pc:picChg chg="del">
          <ac:chgData name="Savannah Karin Miller" userId="22c948fc-cece-4b89-9db3-f9f8a6b29aef" providerId="ADAL" clId="{39DE2C0E-7095-495B-81F3-37AFAFAFC50B}" dt="2026-07-24T22:27:48.318" v="293" actId="478"/>
          <ac:picMkLst>
            <pc:docMk/>
            <pc:sldMk cId="2970447689" sldId="266"/>
            <ac:picMk id="11" creationId="{9DB8CC9C-C7C6-68AA-D9B1-AA49DC1F5336}"/>
          </ac:picMkLst>
        </pc:picChg>
      </pc:sldChg>
      <pc:sldChg chg="modSp add mod ord">
        <pc:chgData name="Savannah Karin Miller" userId="22c948fc-cece-4b89-9db3-f9f8a6b29aef" providerId="ADAL" clId="{39DE2C0E-7095-495B-81F3-37AFAFAFC50B}" dt="2026-07-24T22:36:21.648" v="367"/>
        <pc:sldMkLst>
          <pc:docMk/>
          <pc:sldMk cId="190303329" sldId="267"/>
        </pc:sldMkLst>
        <pc:spChg chg="mod">
          <ac:chgData name="Savannah Karin Miller" userId="22c948fc-cece-4b89-9db3-f9f8a6b29aef" providerId="ADAL" clId="{39DE2C0E-7095-495B-81F3-37AFAFAFC50B}" dt="2026-07-24T22:27:31.147" v="289" actId="20577"/>
          <ac:spMkLst>
            <pc:docMk/>
            <pc:sldMk cId="190303329" sldId="267"/>
            <ac:spMk id="2" creationId="{570E7DC7-33DC-24D7-C010-A80F61FDE81E}"/>
          </ac:spMkLst>
        </pc:spChg>
        <pc:graphicFrameChg chg="modGraphic">
          <ac:chgData name="Savannah Karin Miller" userId="22c948fc-cece-4b89-9db3-f9f8a6b29aef" providerId="ADAL" clId="{39DE2C0E-7095-495B-81F3-37AFAFAFC50B}" dt="2026-07-24T22:31:57.006" v="348"/>
          <ac:graphicFrameMkLst>
            <pc:docMk/>
            <pc:sldMk cId="190303329" sldId="267"/>
            <ac:graphicFrameMk id="13" creationId="{7F2D9524-3E55-CDB4-DE4A-B09A9BBC0694}"/>
          </ac:graphicFrameMkLst>
        </pc:graphicFrameChg>
      </pc:sldChg>
      <pc:sldChg chg="modSp add mod ord setBg">
        <pc:chgData name="Savannah Karin Miller" userId="22c948fc-cece-4b89-9db3-f9f8a6b29aef" providerId="ADAL" clId="{39DE2C0E-7095-495B-81F3-37AFAFAFC50B}" dt="2026-07-24T22:36:20.074" v="365"/>
        <pc:sldMkLst>
          <pc:docMk/>
          <pc:sldMk cId="2522611454" sldId="268"/>
        </pc:sldMkLst>
        <pc:spChg chg="mod">
          <ac:chgData name="Savannah Karin Miller" userId="22c948fc-cece-4b89-9db3-f9f8a6b29aef" providerId="ADAL" clId="{39DE2C0E-7095-495B-81F3-37AFAFAFC50B}" dt="2026-07-24T22:29:01.716" v="321" actId="20577"/>
          <ac:spMkLst>
            <pc:docMk/>
            <pc:sldMk cId="2522611454" sldId="268"/>
            <ac:spMk id="2" creationId="{F127ECE8-46AB-8A7D-4ED1-FD113CFF477A}"/>
          </ac:spMkLst>
        </pc:spChg>
        <pc:graphicFrameChg chg="modGraphic">
          <ac:chgData name="Savannah Karin Miller" userId="22c948fc-cece-4b89-9db3-f9f8a6b29aef" providerId="ADAL" clId="{39DE2C0E-7095-495B-81F3-37AFAFAFC50B}" dt="2026-07-24T22:35:13.403" v="361"/>
          <ac:graphicFrameMkLst>
            <pc:docMk/>
            <pc:sldMk cId="2522611454" sldId="268"/>
            <ac:graphicFrameMk id="13" creationId="{088074A2-91A8-3AF8-E4D4-AC22D04236BC}"/>
          </ac:graphicFrameMkLst>
        </pc:graphicFrameChg>
      </pc:sldChg>
      <pc:sldChg chg="modSp add mod ord">
        <pc:chgData name="Savannah Karin Miller" userId="22c948fc-cece-4b89-9db3-f9f8a6b29aef" providerId="ADAL" clId="{39DE2C0E-7095-495B-81F3-37AFAFAFC50B}" dt="2026-07-24T22:36:17.919" v="363"/>
        <pc:sldMkLst>
          <pc:docMk/>
          <pc:sldMk cId="3384073862" sldId="269"/>
        </pc:sldMkLst>
        <pc:spChg chg="mod">
          <ac:chgData name="Savannah Karin Miller" userId="22c948fc-cece-4b89-9db3-f9f8a6b29aef" providerId="ADAL" clId="{39DE2C0E-7095-495B-81F3-37AFAFAFC50B}" dt="2026-07-24T22:29:14.286" v="326" actId="20577"/>
          <ac:spMkLst>
            <pc:docMk/>
            <pc:sldMk cId="3384073862" sldId="269"/>
            <ac:spMk id="2" creationId="{3481195E-87D6-1774-5870-4A08FAA4E34C}"/>
          </ac:spMkLst>
        </pc:spChg>
        <pc:graphicFrameChg chg="modGraphic">
          <ac:chgData name="Savannah Karin Miller" userId="22c948fc-cece-4b89-9db3-f9f8a6b29aef" providerId="ADAL" clId="{39DE2C0E-7095-495B-81F3-37AFAFAFC50B}" dt="2026-07-24T22:35:04.079" v="360"/>
          <ac:graphicFrameMkLst>
            <pc:docMk/>
            <pc:sldMk cId="3384073862" sldId="269"/>
            <ac:graphicFrameMk id="13" creationId="{65961CDC-CA8C-1E27-BEAC-E7B40747D916}"/>
          </ac:graphicFrameMkLst>
        </pc:graphicFrameChg>
      </pc:sldChg>
      <pc:sldChg chg="modSp add mod">
        <pc:chgData name="Savannah Karin Miller" userId="22c948fc-cece-4b89-9db3-f9f8a6b29aef" providerId="ADAL" clId="{39DE2C0E-7095-495B-81F3-37AFAFAFC50B}" dt="2026-07-24T22:39:13.317" v="426"/>
        <pc:sldMkLst>
          <pc:docMk/>
          <pc:sldMk cId="3706405986" sldId="270"/>
        </pc:sldMkLst>
        <pc:spChg chg="mod">
          <ac:chgData name="Savannah Karin Miller" userId="22c948fc-cece-4b89-9db3-f9f8a6b29aef" providerId="ADAL" clId="{39DE2C0E-7095-495B-81F3-37AFAFAFC50B}" dt="2026-07-24T22:37:45.641" v="417" actId="20577"/>
          <ac:spMkLst>
            <pc:docMk/>
            <pc:sldMk cId="3706405986" sldId="270"/>
            <ac:spMk id="2" creationId="{EFF118FF-4596-E8CE-D9B4-3895B67AA369}"/>
          </ac:spMkLst>
        </pc:spChg>
        <pc:graphicFrameChg chg="modGraphic">
          <ac:chgData name="Savannah Karin Miller" userId="22c948fc-cece-4b89-9db3-f9f8a6b29aef" providerId="ADAL" clId="{39DE2C0E-7095-495B-81F3-37AFAFAFC50B}" dt="2026-07-24T22:39:13.317" v="426"/>
          <ac:graphicFrameMkLst>
            <pc:docMk/>
            <pc:sldMk cId="3706405986" sldId="270"/>
            <ac:graphicFrameMk id="13" creationId="{2652BB47-BCF7-71E2-16D9-FB7D8D86AF74}"/>
          </ac:graphicFrameMkLst>
        </pc:graphicFrameChg>
      </pc:sldChg>
      <pc:sldChg chg="add del">
        <pc:chgData name="Savannah Karin Miller" userId="22c948fc-cece-4b89-9db3-f9f8a6b29aef" providerId="ADAL" clId="{39DE2C0E-7095-495B-81F3-37AFAFAFC50B}" dt="2026-07-24T23:35:05.749" v="427" actId="2696"/>
        <pc:sldMkLst>
          <pc:docMk/>
          <pc:sldMk cId="1994676433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23D858-15B6-4534-B1C7-05F77CE6AB70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B3C10-79D3-4676-9629-593607633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21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DAYYYYY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CB3C10-79D3-4676-9629-5936076339B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960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3A821-AA65-8D1D-325D-35D27626B8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349F3C-1FD2-F2D9-F278-5C71C9E406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B710B-8557-7ABB-B15D-26E7CAE25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BF8B7-D4B4-4487-A982-3F798DA97BB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07C7E-81C9-B540-22A5-55D6A6DC8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DD57F-30DE-2080-D3FE-C104CC1EE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5FF56-A802-426F-BEEE-08BEDA94E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921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E9134-277F-4B7D-76DD-F0D693160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FB2D5-E911-2E2D-8B3B-8722591B4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C276A-5AEB-EFC8-8E0E-B021C8E32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BF8B7-D4B4-4487-A982-3F798DA97BB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9E482-2202-8B8D-4FCA-FD06446E6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9E17F-8452-29CB-E414-419243DB8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5FF56-A802-426F-BEEE-08BEDA94E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758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27375-D94E-9E6E-0716-6015240A4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DEC8AE-F9FC-F440-2A0B-4F705C800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0BCFD-A860-C6AA-8DF7-CB8A06CDB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BF8B7-D4B4-4487-A982-3F798DA97BB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DA7FE-2555-B628-DF38-F7E13C8EE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2907E-880D-4247-F829-4CE89FEC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5FF56-A802-426F-BEEE-08BEDA94E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312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42DA3-5879-97EE-D314-7C4F4986D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FAD20-8D0D-CBF2-82A3-9BD54E55D5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3A3797-CCCA-DDF7-883A-2233239FD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930074-3254-923B-18F0-9BF99A109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BF8B7-D4B4-4487-A982-3F798DA97BB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A95686-7BB6-AD72-4A4C-15B1218A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2A9402-8EAD-44E1-BD36-C924C8366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5FF56-A802-426F-BEEE-08BEDA94E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356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7D21E-C4C2-ABC6-4559-4EFD3EA79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E15DAE-8FA3-71D9-B2A3-9EFF1C0C6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A72BB8-E297-D4D2-ECC8-D2E524036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93ECE-25D7-3087-F54E-DDE9E01A7A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28BE45-1321-0520-AC60-31350B3F3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F06067-9799-F205-0140-CE1411EB1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BF8B7-D4B4-4487-A982-3F798DA97BB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F56DB4-8366-07D3-8354-68D1FF704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ADE49B-F2F2-B1E7-37E9-C04FE975A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5FF56-A802-426F-BEEE-08BEDA94E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284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3B4DB-3590-BED2-2889-3925B0830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38EBC7-C977-99D0-DBE7-D98792D4E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BF8B7-D4B4-4487-A982-3F798DA97BB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12863C-DFCC-0AD7-A90F-3703D9FD1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FC6807-9D8B-298C-53AC-CD1EF7328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5FF56-A802-426F-BEEE-08BEDA94E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55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7B8803-03DA-4902-6EB4-2DD697E55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BF8B7-D4B4-4487-A982-3F798DA97BB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0FAA8E-F525-F74F-0659-0525A890D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6A3FB-4F93-7CF4-E79B-F6EE19F07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5FF56-A802-426F-BEEE-08BEDA94E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077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6CC85-A92C-D511-B62F-59B57C029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AFE2-21C1-1131-AD29-8A626B2E2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0772EC-3E3C-F912-AA41-8A92686F3E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489EF-079D-CC73-9AB6-951C62A1D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BF8B7-D4B4-4487-A982-3F798DA97BB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73B349-85FD-7047-43DA-6EA869442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4F425D-13BD-8024-6131-13355BF89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5FF56-A802-426F-BEEE-08BEDA94E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47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8B84C-6295-99B5-AF08-5957A487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DD37D9-268E-E39F-C0A7-E7FD72B619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310919-350D-4D4B-3BFA-00AAFA98C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0640E-A27B-7492-BBA3-A6BB676F2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BF8B7-D4B4-4487-A982-3F798DA97BB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54297B-7815-43D3-9CEA-E46B01E27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132EA-B41A-70C0-5317-CACF4E669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5FF56-A802-426F-BEEE-08BEDA94E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444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C1037-D8B5-A720-41FA-B6643C281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08A48C-CA0F-89BD-642A-889E99C4A1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33B3D-BCEC-BC04-3C56-D728253D2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BF8B7-D4B4-4487-A982-3F798DA97BB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4ADED-3FF8-457A-5FF1-F7001ED99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52DBA-F2B5-B274-ECFA-5D56BCDB6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5FF56-A802-426F-BEEE-08BEDA94E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381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571BE6-8793-DD68-EC88-CD601E5CE8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89E75F-BBF1-31D4-070F-BED0AF4EAA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15EA8-E282-C6CC-8EAE-180D24FBF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BF8B7-D4B4-4487-A982-3F798DA97BB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6DF27-25C9-C37B-4F7D-888A414F4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424EC-82AC-AC39-EB3C-9EA24BD98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5FF56-A802-426F-BEEE-08BEDA94E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274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C7314D-2EE9-8B2F-E00D-13B71D9E4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235B8-0CA1-5C64-3CD2-9454298C4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D470E-57A2-470A-FCA1-8785C0120B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8BF8B7-D4B4-4487-A982-3F798DA97BB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FA74B-97F5-B0AC-A9C1-BB21F7C0A5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89968-739C-91C9-7B76-E19FC8D20E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15FF56-A802-426F-BEEE-08BEDA94E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480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39976-1A67-182E-AFD0-C9CF51C552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Flagged Data Graphics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204049-E208-98C3-790A-0494AAFCA6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585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EC22C-19BD-B5FC-E5AC-D88FB5B05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1195E-87D6-1774-5870-4A08FAA4E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5425" y="0"/>
            <a:ext cx="9201149" cy="26352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 u="sng" dirty="0"/>
              <a:t>Flag Type By Time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5961CDC-CA8C-1E27-BEAC-E7B40747D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02648"/>
              </p:ext>
            </p:extLst>
          </p:nvPr>
        </p:nvGraphicFramePr>
        <p:xfrm>
          <a:off x="0" y="285750"/>
          <a:ext cx="12192000" cy="6572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3630680804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38354109"/>
                    </a:ext>
                  </a:extLst>
                </a:gridCol>
              </a:tblGrid>
              <a:tr h="331423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1" dirty="0"/>
                        <a:t>Buck’s Landing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1" dirty="0"/>
                        <a:t>San Pablo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292629"/>
                  </a:ext>
                </a:extLst>
              </a:tr>
              <a:tr h="29828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941593418"/>
                  </a:ext>
                </a:extLst>
              </a:tr>
              <a:tr h="331423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1" dirty="0"/>
                        <a:t>Corte Madera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1" dirty="0"/>
                        <a:t>Giant Marsh 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732893"/>
                  </a:ext>
                </a:extLst>
              </a:tr>
              <a:tr h="292656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5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090644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4073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63C75B-597C-75A6-CAFA-3050066EA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7ECE8-46AB-8A7D-4ED1-FD113CFF4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5425" y="0"/>
            <a:ext cx="9201149" cy="26352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 u="sng" dirty="0"/>
              <a:t>Flag Type By Distance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88074A2-91A8-3AF8-E4D4-AC22D04236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0470680"/>
              </p:ext>
            </p:extLst>
          </p:nvPr>
        </p:nvGraphicFramePr>
        <p:xfrm>
          <a:off x="0" y="285750"/>
          <a:ext cx="12192000" cy="6572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3630680804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38354109"/>
                    </a:ext>
                  </a:extLst>
                </a:gridCol>
              </a:tblGrid>
              <a:tr h="331423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1" dirty="0"/>
                        <a:t>Buck’s Landing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1" dirty="0"/>
                        <a:t>San Pablo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292629"/>
                  </a:ext>
                </a:extLst>
              </a:tr>
              <a:tr h="29828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941593418"/>
                  </a:ext>
                </a:extLst>
              </a:tr>
              <a:tr h="331423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1" dirty="0"/>
                        <a:t>Corte Madera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1" dirty="0"/>
                        <a:t>Giant Marsh 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732893"/>
                  </a:ext>
                </a:extLst>
              </a:tr>
              <a:tr h="292656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5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6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090644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2611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82EA7-C1EF-719D-181B-8BA2368DC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E7DC7-33DC-24D7-C010-A80F61FDE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5425" y="0"/>
            <a:ext cx="9201149" cy="26352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 u="sng" dirty="0"/>
              <a:t>Co-Occurrence of Flag Type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F2D9524-3E55-CDB4-DE4A-B09A9BBC06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177243"/>
              </p:ext>
            </p:extLst>
          </p:nvPr>
        </p:nvGraphicFramePr>
        <p:xfrm>
          <a:off x="0" y="285750"/>
          <a:ext cx="12192000" cy="6572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3630680804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38354109"/>
                    </a:ext>
                  </a:extLst>
                </a:gridCol>
              </a:tblGrid>
              <a:tr h="331423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1" dirty="0"/>
                        <a:t>Buck’s Landing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1" dirty="0"/>
                        <a:t>San Pablo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292629"/>
                  </a:ext>
                </a:extLst>
              </a:tr>
              <a:tr h="29828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941593418"/>
                  </a:ext>
                </a:extLst>
              </a:tr>
              <a:tr h="331423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1" dirty="0"/>
                        <a:t>Corte Madera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1" dirty="0"/>
                        <a:t>Giant Marsh 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732893"/>
                  </a:ext>
                </a:extLst>
              </a:tr>
              <a:tr h="292656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5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090644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303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C182A-678A-6134-65A2-0E938BE81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5425" y="0"/>
            <a:ext cx="9201149" cy="26352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 u="sng" dirty="0"/>
              <a:t>Flux Distribution by QC Flag Type 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8AA364A-5A65-A4AA-B115-25B477A5BC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6579664"/>
              </p:ext>
            </p:extLst>
          </p:nvPr>
        </p:nvGraphicFramePr>
        <p:xfrm>
          <a:off x="0" y="285750"/>
          <a:ext cx="12192000" cy="6572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3630680804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38354109"/>
                    </a:ext>
                  </a:extLst>
                </a:gridCol>
              </a:tblGrid>
              <a:tr h="331423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1" dirty="0"/>
                        <a:t>Buck’s Landing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1" dirty="0"/>
                        <a:t>San Pablo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292629"/>
                  </a:ext>
                </a:extLst>
              </a:tr>
              <a:tr h="29828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941593418"/>
                  </a:ext>
                </a:extLst>
              </a:tr>
              <a:tr h="331423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1" dirty="0"/>
                        <a:t>Corte Madera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1" dirty="0"/>
                        <a:t>Giant Marsh 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732893"/>
                  </a:ext>
                </a:extLst>
              </a:tr>
              <a:tr h="292656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5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6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090644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6647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4B918-6C27-9D3E-A3BD-EF5579A76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118FF-4596-E8CE-D9B4-3895B67AA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5425" y="0"/>
            <a:ext cx="9201149" cy="26352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 u="sng" dirty="0"/>
              <a:t>Elevation and Distance For Flags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652BB47-BCF7-71E2-16D9-FB7D8D86AF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2022392"/>
              </p:ext>
            </p:extLst>
          </p:nvPr>
        </p:nvGraphicFramePr>
        <p:xfrm>
          <a:off x="0" y="285750"/>
          <a:ext cx="12192000" cy="6572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3630680804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38354109"/>
                    </a:ext>
                  </a:extLst>
                </a:gridCol>
              </a:tblGrid>
              <a:tr h="331423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1" dirty="0"/>
                        <a:t>Buck’s Landing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1" dirty="0"/>
                        <a:t>San Pablo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292629"/>
                  </a:ext>
                </a:extLst>
              </a:tr>
              <a:tr h="29828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941593418"/>
                  </a:ext>
                </a:extLst>
              </a:tr>
              <a:tr h="331423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1" dirty="0"/>
                        <a:t>Corte Madera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1" dirty="0"/>
                        <a:t>Giant Marsh 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732893"/>
                  </a:ext>
                </a:extLst>
              </a:tr>
              <a:tr h="292656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5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090644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6405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2076</TotalTime>
  <Words>69</Words>
  <Application>Microsoft Office PowerPoint</Application>
  <PresentationFormat>Widescreen</PresentationFormat>
  <Paragraphs>28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Flagged Data Graphics</vt:lpstr>
      <vt:lpstr>Flag Type By Time</vt:lpstr>
      <vt:lpstr>Flag Type By Distance</vt:lpstr>
      <vt:lpstr>Co-Occurrence of Flag Type</vt:lpstr>
      <vt:lpstr>Flux Distribution by QC Flag Type </vt:lpstr>
      <vt:lpstr>Elevation and Distance For Flags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Savannah Karin Miller</dc:creator>
  <cp:lastModifiedBy>Savannah Karin Miller</cp:lastModifiedBy>
  <cp:revision>1</cp:revision>
  <dcterms:created xsi:type="dcterms:W3CDTF">2026-07-22T21:00:30Z</dcterms:created>
  <dcterms:modified xsi:type="dcterms:W3CDTF">2026-07-25T00:10:22Z</dcterms:modified>
</cp:coreProperties>
</file>