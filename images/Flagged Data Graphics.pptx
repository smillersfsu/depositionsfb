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223B4E-FD89-4A6E-9E8C-49204390B3F5}" v="1" dt="2026-07-23T13:34:59.3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8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vannah Karin Miller" userId="22c948fc-cece-4b89-9db3-f9f8a6b29aef" providerId="ADAL" clId="{39DE2C0E-7095-495B-81F3-37AFAFAFC50B}"/>
    <pc:docChg chg="modSld">
      <pc:chgData name="Savannah Karin Miller" userId="22c948fc-cece-4b89-9db3-f9f8a6b29aef" providerId="ADAL" clId="{39DE2C0E-7095-495B-81F3-37AFAFAFC50B}" dt="2026-07-23T13:34:59.388" v="0"/>
      <pc:docMkLst>
        <pc:docMk/>
      </pc:docMkLst>
      <pc:sldChg chg="modSp">
        <pc:chgData name="Savannah Karin Miller" userId="22c948fc-cece-4b89-9db3-f9f8a6b29aef" providerId="ADAL" clId="{39DE2C0E-7095-495B-81F3-37AFAFAFC50B}" dt="2026-07-23T13:34:59.388" v="0"/>
        <pc:sldMkLst>
          <pc:docMk/>
          <pc:sldMk cId="4083801371" sldId="260"/>
        </pc:sldMkLst>
        <pc:spChg chg="mod">
          <ac:chgData name="Savannah Karin Miller" userId="22c948fc-cece-4b89-9db3-f9f8a6b29aef" providerId="ADAL" clId="{39DE2C0E-7095-495B-81F3-37AFAFAFC50B}" dt="2026-07-23T13:34:59.388" v="0"/>
          <ac:spMkLst>
            <pc:docMk/>
            <pc:sldMk cId="4083801371" sldId="260"/>
            <ac:spMk id="3" creationId="{E4F5D803-F367-5D18-11BD-A94E3442D25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3A821-AA65-8D1D-325D-35D27626B8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349F3C-1FD2-F2D9-F278-5C71C9E406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BB710B-8557-7ABB-B15D-26E7CAE25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BF8B7-D4B4-4487-A982-3F798DA97BBD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F07C7E-81C9-B540-22A5-55D6A6DC8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DD57F-30DE-2080-D3FE-C104CC1EE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5FF56-A802-426F-BEEE-08BEDA94E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9211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E9134-277F-4B7D-76DD-F0D693160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1FB2D5-E911-2E2D-8B3B-8722591B4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FC276A-5AEB-EFC8-8E0E-B021C8E32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BF8B7-D4B4-4487-A982-3F798DA97BBD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A9E482-2202-8B8D-4FCA-FD06446E6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79E17F-8452-29CB-E414-419243DB8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5FF56-A802-426F-BEEE-08BEDA94E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7588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27375-D94E-9E6E-0716-6015240A4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DEC8AE-F9FC-F440-2A0B-4F705C8003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60BCFD-A860-C6AA-8DF7-CB8A06CDB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BF8B7-D4B4-4487-A982-3F798DA97BBD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FDA7FE-2555-B628-DF38-F7E13C8EE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32907E-880D-4247-F829-4CE89FEC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5FF56-A802-426F-BEEE-08BEDA94E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312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42DA3-5879-97EE-D314-7C4F4986D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AD20-8D0D-CBF2-82A3-9BD54E55D5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3A3797-CCCA-DDF7-883A-2233239FDD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930074-3254-923B-18F0-9BF99A109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BF8B7-D4B4-4487-A982-3F798DA97BBD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A95686-7BB6-AD72-4A4C-15B1218A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2A9402-8EAD-44E1-BD36-C924C8366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5FF56-A802-426F-BEEE-08BEDA94E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356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7D21E-C4C2-ABC6-4559-4EFD3EA79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E15DAE-8FA3-71D9-B2A3-9EFF1C0C69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A72BB8-E297-D4D2-ECC8-D2E5240369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C93ECE-25D7-3087-F54E-DDE9E01A7A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28BE45-1321-0520-AC60-31350B3F3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F06067-9799-F205-0140-CE1411EB1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BF8B7-D4B4-4487-A982-3F798DA97BBD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F56DB4-8366-07D3-8354-68D1FF704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ADE49B-F2F2-B1E7-37E9-C04FE975A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5FF56-A802-426F-BEEE-08BEDA94E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284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3B4DB-3590-BED2-2889-3925B0830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38EBC7-C977-99D0-DBE7-D98792D4E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BF8B7-D4B4-4487-A982-3F798DA97BBD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12863C-DFCC-0AD7-A90F-3703D9FD1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FC6807-9D8B-298C-53AC-CD1EF732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5FF56-A802-426F-BEEE-08BEDA94E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55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7B8803-03DA-4902-6EB4-2DD697E55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BF8B7-D4B4-4487-A982-3F798DA97BBD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0FAA8E-F525-F74F-0659-0525A890D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6A3FB-4F93-7CF4-E79B-F6EE19F07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5FF56-A802-426F-BEEE-08BEDA94E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077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6CC85-A92C-D511-B62F-59B57C029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BAFE2-21C1-1131-AD29-8A626B2E2F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0772EC-3E3C-F912-AA41-8A92686F3E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2489EF-079D-CC73-9AB6-951C62A1D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BF8B7-D4B4-4487-A982-3F798DA97BBD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73B349-85FD-7047-43DA-6EA869442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4F425D-13BD-8024-6131-13355BF89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5FF56-A802-426F-BEEE-08BEDA94E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47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8B84C-6295-99B5-AF08-5957A487D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DD37D9-268E-E39F-C0A7-E7FD72B619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310919-350D-4D4B-3BFA-00AAFA98CE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0640E-A27B-7492-BBA3-A6BB676F2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BF8B7-D4B4-4487-A982-3F798DA97BBD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54297B-7815-43D3-9CEA-E46B01E27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132EA-B41A-70C0-5317-CACF4E669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5FF56-A802-426F-BEEE-08BEDA94E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444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C1037-D8B5-A720-41FA-B6643C281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08A48C-CA0F-89BD-642A-889E99C4A1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33B3D-BCEC-BC04-3C56-D728253D2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BF8B7-D4B4-4487-A982-3F798DA97BBD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4ADED-3FF8-457A-5FF1-F7001ED99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B52DBA-F2B5-B274-ECFA-5D56BCDB6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5FF56-A802-426F-BEEE-08BEDA94E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381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571BE6-8793-DD68-EC88-CD601E5CE8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89E75F-BBF1-31D4-070F-BED0AF4EA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15EA8-E282-C6CC-8EAE-180D24FBF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BF8B7-D4B4-4487-A982-3F798DA97BBD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86DF27-25C9-C37B-4F7D-888A414F4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F424EC-82AC-AC39-EB3C-9EA24BD98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5FF56-A802-426F-BEEE-08BEDA94E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274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C7314D-2EE9-8B2F-E00D-13B71D9E4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F235B8-0CA1-5C64-3CD2-9454298C4B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D470E-57A2-470A-FCA1-8785C0120B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8BF8B7-D4B4-4487-A982-3F798DA97BBD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3FA74B-97F5-B0AC-A9C1-BB21F7C0A5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789968-739C-91C9-7B76-E19FC8D20E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15FF56-A802-426F-BEEE-08BEDA94E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480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39976-1A67-182E-AFD0-C9CF51C552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Flagged Data Graphics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204049-E208-98C3-790A-0494AAFCA6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585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C182A-678A-6134-65A2-0E938BE81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Buck’s Landing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594FA6-6FF4-3761-215A-ADE5662B2B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647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7E45A-8081-E213-241C-4FD628CA8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Giant Marsh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C3EA00-06DD-DF86-26AE-43C89419A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4897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5BC85-2EBE-28B3-5369-796383BE1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Corte Madera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274A5-47C8-40D7-1495-26FF47F98D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7528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8C012-7A5B-FBEA-8D5E-50C51513B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San Pablo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5D803-F367-5D18-11BD-A94E3442D2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38013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</Words>
  <Application>Microsoft Office PowerPoint</Application>
  <PresentationFormat>Widescreen</PresentationFormat>
  <Paragraphs>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Flagged Data Graphics</vt:lpstr>
      <vt:lpstr>Buck’s Landing</vt:lpstr>
      <vt:lpstr>Giant Marsh </vt:lpstr>
      <vt:lpstr>Corte Madera </vt:lpstr>
      <vt:lpstr>San Pablo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Savannah Karin Miller</dc:creator>
  <cp:lastModifiedBy>Savannah Karin Miller</cp:lastModifiedBy>
  <cp:revision>1</cp:revision>
  <dcterms:created xsi:type="dcterms:W3CDTF">2026-07-22T21:00:30Z</dcterms:created>
  <dcterms:modified xsi:type="dcterms:W3CDTF">2026-07-23T13:35:09Z</dcterms:modified>
</cp:coreProperties>
</file>