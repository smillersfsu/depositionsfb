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62" r:id="rId5"/>
    <p:sldId id="265" r:id="rId6"/>
    <p:sldId id="269" r:id="rId7"/>
    <p:sldId id="258" r:id="rId8"/>
    <p:sldId id="268" r:id="rId9"/>
    <p:sldId id="267" r:id="rId10"/>
    <p:sldId id="263" r:id="rId11"/>
    <p:sldId id="264" r:id="rId12"/>
    <p:sldId id="261" r:id="rId13"/>
    <p:sldId id="273" r:id="rId14"/>
    <p:sldId id="272" r:id="rId15"/>
    <p:sldId id="274" r:id="rId16"/>
    <p:sldId id="275" r:id="rId17"/>
    <p:sldId id="266" r:id="rId18"/>
    <p:sldId id="259" r:id="rId19"/>
    <p:sldId id="27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B39C58B-65A5-4A8D-9A3B-6122693E2276}" v="15" dt="2026-08-20T05:39:05.8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vannah Karin Miller" userId="22c948fc-cece-4b89-9db3-f9f8a6b29aef" providerId="ADAL" clId="{39DE2C0E-7095-495B-81F3-37AFAFAFC50B}"/>
    <pc:docChg chg="undo custSel addSld delSld modSld sldOrd">
      <pc:chgData name="Savannah Karin Miller" userId="22c948fc-cece-4b89-9db3-f9f8a6b29aef" providerId="ADAL" clId="{39DE2C0E-7095-495B-81F3-37AFAFAFC50B}" dt="2026-08-20T05:45:03.552" v="1573" actId="1076"/>
      <pc:docMkLst>
        <pc:docMk/>
      </pc:docMkLst>
      <pc:sldChg chg="modSp mod">
        <pc:chgData name="Savannah Karin Miller" userId="22c948fc-cece-4b89-9db3-f9f8a6b29aef" providerId="ADAL" clId="{39DE2C0E-7095-495B-81F3-37AFAFAFC50B}" dt="2026-08-11T23:35:04.129" v="1" actId="20577"/>
        <pc:sldMkLst>
          <pc:docMk/>
          <pc:sldMk cId="1516950633" sldId="256"/>
        </pc:sldMkLst>
        <pc:spChg chg="mod">
          <ac:chgData name="Savannah Karin Miller" userId="22c948fc-cece-4b89-9db3-f9f8a6b29aef" providerId="ADAL" clId="{39DE2C0E-7095-495B-81F3-37AFAFAFC50B}" dt="2026-08-11T23:35:04.129" v="1" actId="20577"/>
          <ac:spMkLst>
            <pc:docMk/>
            <pc:sldMk cId="1516950633" sldId="256"/>
            <ac:spMk id="2" creationId="{0F264AD1-9945-A9DF-F99F-C4D1F74F1C2B}"/>
          </ac:spMkLst>
        </pc:spChg>
      </pc:sldChg>
      <pc:sldChg chg="addSp modSp mod">
        <pc:chgData name="Savannah Karin Miller" userId="22c948fc-cece-4b89-9db3-f9f8a6b29aef" providerId="ADAL" clId="{39DE2C0E-7095-495B-81F3-37AFAFAFC50B}" dt="2026-08-12T18:41:00.421" v="923" actId="208"/>
        <pc:sldMkLst>
          <pc:docMk/>
          <pc:sldMk cId="486066162" sldId="257"/>
        </pc:sldMkLst>
        <pc:spChg chg="add mod">
          <ac:chgData name="Savannah Karin Miller" userId="22c948fc-cece-4b89-9db3-f9f8a6b29aef" providerId="ADAL" clId="{39DE2C0E-7095-495B-81F3-37AFAFAFC50B}" dt="2026-08-12T18:41:00.421" v="923" actId="208"/>
          <ac:spMkLst>
            <pc:docMk/>
            <pc:sldMk cId="486066162" sldId="257"/>
            <ac:spMk id="4" creationId="{4A4D455F-EAF1-6D42-15C5-E97A88942A2D}"/>
          </ac:spMkLst>
        </pc:spChg>
      </pc:sldChg>
      <pc:sldChg chg="addSp modSp mod">
        <pc:chgData name="Savannah Karin Miller" userId="22c948fc-cece-4b89-9db3-f9f8a6b29aef" providerId="ADAL" clId="{39DE2C0E-7095-495B-81F3-37AFAFAFC50B}" dt="2026-08-12T18:43:02.906" v="961" actId="14100"/>
        <pc:sldMkLst>
          <pc:docMk/>
          <pc:sldMk cId="3601297150" sldId="258"/>
        </pc:sldMkLst>
        <pc:spChg chg="add mod">
          <ac:chgData name="Savannah Karin Miller" userId="22c948fc-cece-4b89-9db3-f9f8a6b29aef" providerId="ADAL" clId="{39DE2C0E-7095-495B-81F3-37AFAFAFC50B}" dt="2026-08-12T18:43:02.906" v="961" actId="14100"/>
          <ac:spMkLst>
            <pc:docMk/>
            <pc:sldMk cId="3601297150" sldId="258"/>
            <ac:spMk id="7" creationId="{81BCDE5C-904D-9ED6-7D4C-CA857E1441A9}"/>
          </ac:spMkLst>
        </pc:spChg>
        <pc:picChg chg="add mod">
          <ac:chgData name="Savannah Karin Miller" userId="22c948fc-cece-4b89-9db3-f9f8a6b29aef" providerId="ADAL" clId="{39DE2C0E-7095-495B-81F3-37AFAFAFC50B}" dt="2026-08-11T23:57:30.772" v="40" actId="1076"/>
          <ac:picMkLst>
            <pc:docMk/>
            <pc:sldMk cId="3601297150" sldId="258"/>
            <ac:picMk id="5" creationId="{F338051C-26BE-5AF1-2C7F-3A68BB20231D}"/>
          </ac:picMkLst>
        </pc:picChg>
        <pc:picChg chg="add mod">
          <ac:chgData name="Savannah Karin Miller" userId="22c948fc-cece-4b89-9db3-f9f8a6b29aef" providerId="ADAL" clId="{39DE2C0E-7095-495B-81F3-37AFAFAFC50B}" dt="2026-08-11T23:57:32.748" v="41" actId="1076"/>
          <ac:picMkLst>
            <pc:docMk/>
            <pc:sldMk cId="3601297150" sldId="258"/>
            <ac:picMk id="9" creationId="{6A57B441-C9F2-FAF3-340E-CE3C5F57E3BF}"/>
          </ac:picMkLst>
        </pc:picChg>
      </pc:sldChg>
      <pc:sldChg chg="modSp del mod">
        <pc:chgData name="Savannah Karin Miller" userId="22c948fc-cece-4b89-9db3-f9f8a6b29aef" providerId="ADAL" clId="{39DE2C0E-7095-495B-81F3-37AFAFAFC50B}" dt="2026-08-20T04:03:19.984" v="962" actId="2696"/>
        <pc:sldMkLst>
          <pc:docMk/>
          <pc:sldMk cId="200294253" sldId="259"/>
        </pc:sldMkLst>
      </pc:sldChg>
      <pc:sldChg chg="addSp modSp add mod">
        <pc:chgData name="Savannah Karin Miller" userId="22c948fc-cece-4b89-9db3-f9f8a6b29aef" providerId="ADAL" clId="{39DE2C0E-7095-495B-81F3-37AFAFAFC50B}" dt="2026-08-20T04:09:18.366" v="1197" actId="20577"/>
        <pc:sldMkLst>
          <pc:docMk/>
          <pc:sldMk cId="3100768396" sldId="259"/>
        </pc:sldMkLst>
        <pc:spChg chg="mod">
          <ac:chgData name="Savannah Karin Miller" userId="22c948fc-cece-4b89-9db3-f9f8a6b29aef" providerId="ADAL" clId="{39DE2C0E-7095-495B-81F3-37AFAFAFC50B}" dt="2026-08-20T04:08:40.794" v="1172" actId="20577"/>
          <ac:spMkLst>
            <pc:docMk/>
            <pc:sldMk cId="3100768396" sldId="259"/>
            <ac:spMk id="2" creationId="{09088601-E465-1B77-5DFB-E21827DA476A}"/>
          </ac:spMkLst>
        </pc:spChg>
        <pc:spChg chg="add mod">
          <ac:chgData name="Savannah Karin Miller" userId="22c948fc-cece-4b89-9db3-f9f8a6b29aef" providerId="ADAL" clId="{39DE2C0E-7095-495B-81F3-37AFAFAFC50B}" dt="2026-08-20T04:09:18.366" v="1197" actId="20577"/>
          <ac:spMkLst>
            <pc:docMk/>
            <pc:sldMk cId="3100768396" sldId="259"/>
            <ac:spMk id="3" creationId="{E3C8B9F9-8670-9659-A378-8E86907B9F4D}"/>
          </ac:spMkLst>
        </pc:spChg>
        <pc:picChg chg="mod">
          <ac:chgData name="Savannah Karin Miller" userId="22c948fc-cece-4b89-9db3-f9f8a6b29aef" providerId="ADAL" clId="{39DE2C0E-7095-495B-81F3-37AFAFAFC50B}" dt="2026-08-20T04:09:00.321" v="1183" actId="14100"/>
          <ac:picMkLst>
            <pc:docMk/>
            <pc:sldMk cId="3100768396" sldId="259"/>
            <ac:picMk id="7" creationId="{20941BF4-9E9F-5C22-FA4A-AD297C6EAEB7}"/>
          </ac:picMkLst>
        </pc:picChg>
        <pc:picChg chg="mod">
          <ac:chgData name="Savannah Karin Miller" userId="22c948fc-cece-4b89-9db3-f9f8a6b29aef" providerId="ADAL" clId="{39DE2C0E-7095-495B-81F3-37AFAFAFC50B}" dt="2026-08-20T04:09:06.482" v="1185" actId="14100"/>
          <ac:picMkLst>
            <pc:docMk/>
            <pc:sldMk cId="3100768396" sldId="259"/>
            <ac:picMk id="11" creationId="{DEFE12E2-1EED-6518-94C9-AB0F5F088D46}"/>
          </ac:picMkLst>
        </pc:picChg>
      </pc:sldChg>
      <pc:sldChg chg="addSp delSp modSp del mod ord">
        <pc:chgData name="Savannah Karin Miller" userId="22c948fc-cece-4b89-9db3-f9f8a6b29aef" providerId="ADAL" clId="{39DE2C0E-7095-495B-81F3-37AFAFAFC50B}" dt="2026-08-20T04:03:19.984" v="962" actId="2696"/>
        <pc:sldMkLst>
          <pc:docMk/>
          <pc:sldMk cId="149973421" sldId="261"/>
        </pc:sldMkLst>
      </pc:sldChg>
      <pc:sldChg chg="modSp add mod">
        <pc:chgData name="Savannah Karin Miller" userId="22c948fc-cece-4b89-9db3-f9f8a6b29aef" providerId="ADAL" clId="{39DE2C0E-7095-495B-81F3-37AFAFAFC50B}" dt="2026-08-20T04:03:59.357" v="1031" actId="20577"/>
        <pc:sldMkLst>
          <pc:docMk/>
          <pc:sldMk cId="2465619183" sldId="261"/>
        </pc:sldMkLst>
        <pc:spChg chg="mod">
          <ac:chgData name="Savannah Karin Miller" userId="22c948fc-cece-4b89-9db3-f9f8a6b29aef" providerId="ADAL" clId="{39DE2C0E-7095-495B-81F3-37AFAFAFC50B}" dt="2026-08-20T04:03:59.357" v="1031" actId="20577"/>
          <ac:spMkLst>
            <pc:docMk/>
            <pc:sldMk cId="2465619183" sldId="261"/>
            <ac:spMk id="2" creationId="{5FB283D9-45D4-2FE0-6ECB-07AD27847054}"/>
          </ac:spMkLst>
        </pc:spChg>
      </pc:sldChg>
      <pc:sldChg chg="modSp mod">
        <pc:chgData name="Savannah Karin Miller" userId="22c948fc-cece-4b89-9db3-f9f8a6b29aef" providerId="ADAL" clId="{39DE2C0E-7095-495B-81F3-37AFAFAFC50B}" dt="2026-08-12T18:42:32.101" v="937" actId="20577"/>
        <pc:sldMkLst>
          <pc:docMk/>
          <pc:sldMk cId="3122654857" sldId="262"/>
        </pc:sldMkLst>
        <pc:spChg chg="mod">
          <ac:chgData name="Savannah Karin Miller" userId="22c948fc-cece-4b89-9db3-f9f8a6b29aef" providerId="ADAL" clId="{39DE2C0E-7095-495B-81F3-37AFAFAFC50B}" dt="2026-08-12T18:42:21.973" v="929" actId="27636"/>
          <ac:spMkLst>
            <pc:docMk/>
            <pc:sldMk cId="3122654857" sldId="262"/>
            <ac:spMk id="4" creationId="{05F9DC8A-ACD6-5238-758A-7ED21C144792}"/>
          </ac:spMkLst>
        </pc:spChg>
        <pc:spChg chg="mod">
          <ac:chgData name="Savannah Karin Miller" userId="22c948fc-cece-4b89-9db3-f9f8a6b29aef" providerId="ADAL" clId="{39DE2C0E-7095-495B-81F3-37AFAFAFC50B}" dt="2026-08-12T18:42:32.101" v="937" actId="20577"/>
          <ac:spMkLst>
            <pc:docMk/>
            <pc:sldMk cId="3122654857" sldId="262"/>
            <ac:spMk id="18" creationId="{E44AC3B8-9932-F4CB-79C4-EFED9DE79173}"/>
          </ac:spMkLst>
        </pc:spChg>
      </pc:sldChg>
      <pc:sldChg chg="addSp modSp mod">
        <pc:chgData name="Savannah Karin Miller" userId="22c948fc-cece-4b89-9db3-f9f8a6b29aef" providerId="ADAL" clId="{39DE2C0E-7095-495B-81F3-37AFAFAFC50B}" dt="2026-08-12T18:11:53.547" v="217" actId="1076"/>
        <pc:sldMkLst>
          <pc:docMk/>
          <pc:sldMk cId="208134061" sldId="263"/>
        </pc:sldMkLst>
        <pc:spChg chg="add mod">
          <ac:chgData name="Savannah Karin Miller" userId="22c948fc-cece-4b89-9db3-f9f8a6b29aef" providerId="ADAL" clId="{39DE2C0E-7095-495B-81F3-37AFAFAFC50B}" dt="2026-08-12T18:11:11.882" v="211" actId="20577"/>
          <ac:spMkLst>
            <pc:docMk/>
            <pc:sldMk cId="208134061" sldId="263"/>
            <ac:spMk id="5" creationId="{1189753E-A42E-72E0-A9C6-C40CD033851D}"/>
          </ac:spMkLst>
        </pc:spChg>
        <pc:picChg chg="add mod">
          <ac:chgData name="Savannah Karin Miller" userId="22c948fc-cece-4b89-9db3-f9f8a6b29aef" providerId="ADAL" clId="{39DE2C0E-7095-495B-81F3-37AFAFAFC50B}" dt="2026-08-12T18:11:53.547" v="217" actId="1076"/>
          <ac:picMkLst>
            <pc:docMk/>
            <pc:sldMk cId="208134061" sldId="263"/>
            <ac:picMk id="6" creationId="{B5BE7D8A-5473-F3D7-B2D0-5A3A59964672}"/>
          </ac:picMkLst>
        </pc:picChg>
        <pc:picChg chg="add mod">
          <ac:chgData name="Savannah Karin Miller" userId="22c948fc-cece-4b89-9db3-f9f8a6b29aef" providerId="ADAL" clId="{39DE2C0E-7095-495B-81F3-37AFAFAFC50B}" dt="2026-08-11T23:50:45.055" v="27" actId="14100"/>
          <ac:picMkLst>
            <pc:docMk/>
            <pc:sldMk cId="208134061" sldId="263"/>
            <ac:picMk id="7" creationId="{14AC3AB3-808C-DD20-B0F7-3D785AB4ED9B}"/>
          </ac:picMkLst>
        </pc:picChg>
      </pc:sldChg>
      <pc:sldChg chg="addSp delSp modSp mod">
        <pc:chgData name="Savannah Karin Miller" userId="22c948fc-cece-4b89-9db3-f9f8a6b29aef" providerId="ADAL" clId="{39DE2C0E-7095-495B-81F3-37AFAFAFC50B}" dt="2026-08-12T18:33:59.799" v="624" actId="1076"/>
        <pc:sldMkLst>
          <pc:docMk/>
          <pc:sldMk cId="4265405073" sldId="264"/>
        </pc:sldMkLst>
        <pc:spChg chg="mod">
          <ac:chgData name="Savannah Karin Miller" userId="22c948fc-cece-4b89-9db3-f9f8a6b29aef" providerId="ADAL" clId="{39DE2C0E-7095-495B-81F3-37AFAFAFC50B}" dt="2026-08-12T18:33:30.114" v="617" actId="20577"/>
          <ac:spMkLst>
            <pc:docMk/>
            <pc:sldMk cId="4265405073" sldId="264"/>
            <ac:spMk id="3" creationId="{C4ECD0D9-3B51-472D-0D3E-261F09ED8465}"/>
          </ac:spMkLst>
        </pc:spChg>
        <pc:spChg chg="add mod">
          <ac:chgData name="Savannah Karin Miller" userId="22c948fc-cece-4b89-9db3-f9f8a6b29aef" providerId="ADAL" clId="{39DE2C0E-7095-495B-81F3-37AFAFAFC50B}" dt="2026-08-12T18:33:59.799" v="624" actId="1076"/>
          <ac:spMkLst>
            <pc:docMk/>
            <pc:sldMk cId="4265405073" sldId="264"/>
            <ac:spMk id="4" creationId="{113E0892-5338-514C-60B8-756FC7E8B649}"/>
          </ac:spMkLst>
        </pc:spChg>
        <pc:picChg chg="add mod">
          <ac:chgData name="Savannah Karin Miller" userId="22c948fc-cece-4b89-9db3-f9f8a6b29aef" providerId="ADAL" clId="{39DE2C0E-7095-495B-81F3-37AFAFAFC50B}" dt="2026-08-12T18:33:51.144" v="622" actId="1076"/>
          <ac:picMkLst>
            <pc:docMk/>
            <pc:sldMk cId="4265405073" sldId="264"/>
            <ac:picMk id="8" creationId="{91F9628B-6C64-F6B5-0500-AF68E494AA82}"/>
          </ac:picMkLst>
        </pc:picChg>
      </pc:sldChg>
      <pc:sldChg chg="modSp mod">
        <pc:chgData name="Savannah Karin Miller" userId="22c948fc-cece-4b89-9db3-f9f8a6b29aef" providerId="ADAL" clId="{39DE2C0E-7095-495B-81F3-37AFAFAFC50B}" dt="2026-08-12T18:42:43.288" v="940" actId="20577"/>
        <pc:sldMkLst>
          <pc:docMk/>
          <pc:sldMk cId="4201830709" sldId="265"/>
        </pc:sldMkLst>
        <pc:spChg chg="mod">
          <ac:chgData name="Savannah Karin Miller" userId="22c948fc-cece-4b89-9db3-f9f8a6b29aef" providerId="ADAL" clId="{39DE2C0E-7095-495B-81F3-37AFAFAFC50B}" dt="2026-08-12T18:42:43.288" v="940" actId="20577"/>
          <ac:spMkLst>
            <pc:docMk/>
            <pc:sldMk cId="4201830709" sldId="265"/>
            <ac:spMk id="19" creationId="{9464B4DA-DFE6-F7E0-83B5-E49166A4FB92}"/>
          </ac:spMkLst>
        </pc:spChg>
      </pc:sldChg>
      <pc:sldChg chg="modSp del mod">
        <pc:chgData name="Savannah Karin Miller" userId="22c948fc-cece-4b89-9db3-f9f8a6b29aef" providerId="ADAL" clId="{39DE2C0E-7095-495B-81F3-37AFAFAFC50B}" dt="2026-08-20T04:03:19.984" v="962" actId="2696"/>
        <pc:sldMkLst>
          <pc:docMk/>
          <pc:sldMk cId="1052528304" sldId="266"/>
        </pc:sldMkLst>
      </pc:sldChg>
      <pc:sldChg chg="addSp delSp modSp add mod ord">
        <pc:chgData name="Savannah Karin Miller" userId="22c948fc-cece-4b89-9db3-f9f8a6b29aef" providerId="ADAL" clId="{39DE2C0E-7095-495B-81F3-37AFAFAFC50B}" dt="2026-08-20T05:24:40.595" v="1437"/>
        <pc:sldMkLst>
          <pc:docMk/>
          <pc:sldMk cId="1405136645" sldId="266"/>
        </pc:sldMkLst>
        <pc:spChg chg="del">
          <ac:chgData name="Savannah Karin Miller" userId="22c948fc-cece-4b89-9db3-f9f8a6b29aef" providerId="ADAL" clId="{39DE2C0E-7095-495B-81F3-37AFAFAFC50B}" dt="2026-08-20T04:07:35.258" v="1147" actId="478"/>
          <ac:spMkLst>
            <pc:docMk/>
            <pc:sldMk cId="1405136645" sldId="266"/>
            <ac:spMk id="2" creationId="{43389EDE-6E73-950C-728E-C9304FEE2ADF}"/>
          </ac:spMkLst>
        </pc:spChg>
        <pc:spChg chg="add del mod">
          <ac:chgData name="Savannah Karin Miller" userId="22c948fc-cece-4b89-9db3-f9f8a6b29aef" providerId="ADAL" clId="{39DE2C0E-7095-495B-81F3-37AFAFAFC50B}" dt="2026-08-20T04:07:53.397" v="1151" actId="478"/>
          <ac:spMkLst>
            <pc:docMk/>
            <pc:sldMk cId="1405136645" sldId="266"/>
            <ac:spMk id="3" creationId="{BB1E39E0-A2A7-039C-EC56-05529E1FD783}"/>
          </ac:spMkLst>
        </pc:spChg>
        <pc:spChg chg="add mod">
          <ac:chgData name="Savannah Karin Miller" userId="22c948fc-cece-4b89-9db3-f9f8a6b29aef" providerId="ADAL" clId="{39DE2C0E-7095-495B-81F3-37AFAFAFC50B}" dt="2026-08-20T05:23:56.131" v="1415" actId="20577"/>
          <ac:spMkLst>
            <pc:docMk/>
            <pc:sldMk cId="1405136645" sldId="266"/>
            <ac:spMk id="5" creationId="{882C92FD-D86D-90B4-81AA-98FAAE246598}"/>
          </ac:spMkLst>
        </pc:spChg>
        <pc:picChg chg="mod">
          <ac:chgData name="Savannah Karin Miller" userId="22c948fc-cece-4b89-9db3-f9f8a6b29aef" providerId="ADAL" clId="{39DE2C0E-7095-495B-81F3-37AFAFAFC50B}" dt="2026-08-20T05:24:06.195" v="1422" actId="14100"/>
          <ac:picMkLst>
            <pc:docMk/>
            <pc:sldMk cId="1405136645" sldId="266"/>
            <ac:picMk id="13" creationId="{4C7567C2-EA05-EA38-EF7F-4F82C1F9E5D1}"/>
          </ac:picMkLst>
        </pc:picChg>
        <pc:picChg chg="mod">
          <ac:chgData name="Savannah Karin Miller" userId="22c948fc-cece-4b89-9db3-f9f8a6b29aef" providerId="ADAL" clId="{39DE2C0E-7095-495B-81F3-37AFAFAFC50B}" dt="2026-08-20T05:24:01.018" v="1418" actId="1076"/>
          <ac:picMkLst>
            <pc:docMk/>
            <pc:sldMk cId="1405136645" sldId="266"/>
            <ac:picMk id="17" creationId="{726B37FA-9DE5-3D3E-5230-48ABA774FB4D}"/>
          </ac:picMkLst>
        </pc:picChg>
      </pc:sldChg>
      <pc:sldChg chg="del">
        <pc:chgData name="Savannah Karin Miller" userId="22c948fc-cece-4b89-9db3-f9f8a6b29aef" providerId="ADAL" clId="{39DE2C0E-7095-495B-81F3-37AFAFAFC50B}" dt="2026-08-20T04:03:19.984" v="962" actId="2696"/>
        <pc:sldMkLst>
          <pc:docMk/>
          <pc:sldMk cId="486497429" sldId="267"/>
        </pc:sldMkLst>
      </pc:sldChg>
      <pc:sldChg chg="modSp add mod ord">
        <pc:chgData name="Savannah Karin Miller" userId="22c948fc-cece-4b89-9db3-f9f8a6b29aef" providerId="ADAL" clId="{39DE2C0E-7095-495B-81F3-37AFAFAFC50B}" dt="2026-08-20T04:07:02.200" v="1144"/>
        <pc:sldMkLst>
          <pc:docMk/>
          <pc:sldMk cId="1610318545" sldId="267"/>
        </pc:sldMkLst>
        <pc:spChg chg="mod">
          <ac:chgData name="Savannah Karin Miller" userId="22c948fc-cece-4b89-9db3-f9f8a6b29aef" providerId="ADAL" clId="{39DE2C0E-7095-495B-81F3-37AFAFAFC50B}" dt="2026-08-20T04:06:50.384" v="1142" actId="255"/>
          <ac:spMkLst>
            <pc:docMk/>
            <pc:sldMk cId="1610318545" sldId="267"/>
            <ac:spMk id="2" creationId="{828303BE-97E1-3299-8F4D-CD015365AE6C}"/>
          </ac:spMkLst>
        </pc:spChg>
      </pc:sldChg>
      <pc:sldChg chg="addSp delSp modSp add mod">
        <pc:chgData name="Savannah Karin Miller" userId="22c948fc-cece-4b89-9db3-f9f8a6b29aef" providerId="ADAL" clId="{39DE2C0E-7095-495B-81F3-37AFAFAFC50B}" dt="2026-08-12T18:12:11.679" v="222" actId="1076"/>
        <pc:sldMkLst>
          <pc:docMk/>
          <pc:sldMk cId="1399441668" sldId="268"/>
        </pc:sldMkLst>
        <pc:spChg chg="mod">
          <ac:chgData name="Savannah Karin Miller" userId="22c948fc-cece-4b89-9db3-f9f8a6b29aef" providerId="ADAL" clId="{39DE2C0E-7095-495B-81F3-37AFAFAFC50B}" dt="2026-08-12T18:12:11.679" v="222" actId="1076"/>
          <ac:spMkLst>
            <pc:docMk/>
            <pc:sldMk cId="1399441668" sldId="268"/>
            <ac:spMk id="7" creationId="{49B09ACB-BE6D-7FFE-59B6-D654D93F4B1C}"/>
          </ac:spMkLst>
        </pc:spChg>
        <pc:picChg chg="add mod">
          <ac:chgData name="Savannah Karin Miller" userId="22c948fc-cece-4b89-9db3-f9f8a6b29aef" providerId="ADAL" clId="{39DE2C0E-7095-495B-81F3-37AFAFAFC50B}" dt="2026-08-12T00:04:54.173" v="50" actId="1076"/>
          <ac:picMkLst>
            <pc:docMk/>
            <pc:sldMk cId="1399441668" sldId="268"/>
            <ac:picMk id="6" creationId="{B065BFEF-E75D-6D8C-C05E-070227D70229}"/>
          </ac:picMkLst>
        </pc:picChg>
        <pc:picChg chg="add mod">
          <ac:chgData name="Savannah Karin Miller" userId="22c948fc-cece-4b89-9db3-f9f8a6b29aef" providerId="ADAL" clId="{39DE2C0E-7095-495B-81F3-37AFAFAFC50B}" dt="2026-08-12T00:06:23.426" v="54" actId="14100"/>
          <ac:picMkLst>
            <pc:docMk/>
            <pc:sldMk cId="1399441668" sldId="268"/>
            <ac:picMk id="10" creationId="{38F1AAAC-9CFC-05B1-0777-AB82F74D5F61}"/>
          </ac:picMkLst>
        </pc:picChg>
      </pc:sldChg>
      <pc:sldChg chg="addSp delSp modSp add mod">
        <pc:chgData name="Savannah Karin Miller" userId="22c948fc-cece-4b89-9db3-f9f8a6b29aef" providerId="ADAL" clId="{39DE2C0E-7095-495B-81F3-37AFAFAFC50B}" dt="2026-08-20T04:05:33.282" v="1071" actId="1076"/>
        <pc:sldMkLst>
          <pc:docMk/>
          <pc:sldMk cId="214890209" sldId="269"/>
        </pc:sldMkLst>
        <pc:spChg chg="add mod">
          <ac:chgData name="Savannah Karin Miller" userId="22c948fc-cece-4b89-9db3-f9f8a6b29aef" providerId="ADAL" clId="{39DE2C0E-7095-495B-81F3-37AFAFAFC50B}" dt="2026-08-20T04:05:26.125" v="1070" actId="1076"/>
          <ac:spMkLst>
            <pc:docMk/>
            <pc:sldMk cId="214890209" sldId="269"/>
            <ac:spMk id="16" creationId="{1FAD9F62-AE46-00F1-9A42-F503D5A30586}"/>
          </ac:spMkLst>
        </pc:spChg>
        <pc:spChg chg="mod">
          <ac:chgData name="Savannah Karin Miller" userId="22c948fc-cece-4b89-9db3-f9f8a6b29aef" providerId="ADAL" clId="{39DE2C0E-7095-495B-81F3-37AFAFAFC50B}" dt="2026-08-20T04:05:33.282" v="1071" actId="1076"/>
          <ac:spMkLst>
            <pc:docMk/>
            <pc:sldMk cId="214890209" sldId="269"/>
            <ac:spMk id="17" creationId="{4EB98CC4-6474-69BA-B57B-1FCDF0E15445}"/>
          </ac:spMkLst>
        </pc:spChg>
        <pc:spChg chg="add mod">
          <ac:chgData name="Savannah Karin Miller" userId="22c948fc-cece-4b89-9db3-f9f8a6b29aef" providerId="ADAL" clId="{39DE2C0E-7095-495B-81F3-37AFAFAFC50B}" dt="2026-08-12T18:39:27.168" v="802" actId="1076"/>
          <ac:spMkLst>
            <pc:docMk/>
            <pc:sldMk cId="214890209" sldId="269"/>
            <ac:spMk id="20" creationId="{E1552378-61BB-8482-B803-E8E7C5FA118D}"/>
          </ac:spMkLst>
        </pc:spChg>
        <pc:picChg chg="add mod ord">
          <ac:chgData name="Savannah Karin Miller" userId="22c948fc-cece-4b89-9db3-f9f8a6b29aef" providerId="ADAL" clId="{39DE2C0E-7095-495B-81F3-37AFAFAFC50B}" dt="2026-08-20T04:05:22.705" v="1069" actId="1076"/>
          <ac:picMkLst>
            <pc:docMk/>
            <pc:sldMk cId="214890209" sldId="269"/>
            <ac:picMk id="10" creationId="{27444A21-EF9E-DA55-031A-BF4D1D95AA1C}"/>
          </ac:picMkLst>
        </pc:picChg>
        <pc:picChg chg="add mod ord">
          <ac:chgData name="Savannah Karin Miller" userId="22c948fc-cece-4b89-9db3-f9f8a6b29aef" providerId="ADAL" clId="{39DE2C0E-7095-495B-81F3-37AFAFAFC50B}" dt="2026-08-12T18:39:30.303" v="803" actId="14100"/>
          <ac:picMkLst>
            <pc:docMk/>
            <pc:sldMk cId="214890209" sldId="269"/>
            <ac:picMk id="12" creationId="{C7CB1A22-F94B-B8CD-B067-182F02E62E01}"/>
          </ac:picMkLst>
        </pc:picChg>
      </pc:sldChg>
      <pc:sldChg chg="modSp add del mod">
        <pc:chgData name="Savannah Karin Miller" userId="22c948fc-cece-4b89-9db3-f9f8a6b29aef" providerId="ADAL" clId="{39DE2C0E-7095-495B-81F3-37AFAFAFC50B}" dt="2026-08-20T04:15:32.280" v="1401" actId="2696"/>
        <pc:sldMkLst>
          <pc:docMk/>
          <pc:sldMk cId="341396645" sldId="270"/>
        </pc:sldMkLst>
        <pc:spChg chg="mod">
          <ac:chgData name="Savannah Karin Miller" userId="22c948fc-cece-4b89-9db3-f9f8a6b29aef" providerId="ADAL" clId="{39DE2C0E-7095-495B-81F3-37AFAFAFC50B}" dt="2026-08-20T04:15:27.026" v="1400" actId="20577"/>
          <ac:spMkLst>
            <pc:docMk/>
            <pc:sldMk cId="341396645" sldId="270"/>
            <ac:spMk id="3" creationId="{644CA321-B9A3-F53E-0488-996968F4115A}"/>
          </ac:spMkLst>
        </pc:spChg>
      </pc:sldChg>
      <pc:sldChg chg="addSp delSp modSp add mod setBg addAnim delAnim">
        <pc:chgData name="Savannah Karin Miller" userId="22c948fc-cece-4b89-9db3-f9f8a6b29aef" providerId="ADAL" clId="{39DE2C0E-7095-495B-81F3-37AFAFAFC50B}" dt="2026-08-20T04:14:53.975" v="1386" actId="20577"/>
        <pc:sldMkLst>
          <pc:docMk/>
          <pc:sldMk cId="1111395093" sldId="271"/>
        </pc:sldMkLst>
        <pc:spChg chg="mod">
          <ac:chgData name="Savannah Karin Miller" userId="22c948fc-cece-4b89-9db3-f9f8a6b29aef" providerId="ADAL" clId="{39DE2C0E-7095-495B-81F3-37AFAFAFC50B}" dt="2026-08-20T04:14:14.678" v="1321" actId="255"/>
          <ac:spMkLst>
            <pc:docMk/>
            <pc:sldMk cId="1111395093" sldId="271"/>
            <ac:spMk id="2" creationId="{835E6846-7F90-41CF-AB87-E4E17A756E9C}"/>
          </ac:spMkLst>
        </pc:spChg>
        <pc:spChg chg="del mod">
          <ac:chgData name="Savannah Karin Miller" userId="22c948fc-cece-4b89-9db3-f9f8a6b29aef" providerId="ADAL" clId="{39DE2C0E-7095-495B-81F3-37AFAFAFC50B}" dt="2026-08-20T04:14:19.305" v="1322" actId="478"/>
          <ac:spMkLst>
            <pc:docMk/>
            <pc:sldMk cId="1111395093" sldId="271"/>
            <ac:spMk id="3" creationId="{9454E0A5-FD7B-4359-3D99-DBA8ADA36504}"/>
          </ac:spMkLst>
        </pc:spChg>
        <pc:spChg chg="add del mod">
          <ac:chgData name="Savannah Karin Miller" userId="22c948fc-cece-4b89-9db3-f9f8a6b29aef" providerId="ADAL" clId="{39DE2C0E-7095-495B-81F3-37AFAFAFC50B}" dt="2026-08-20T04:09:35.778" v="1201" actId="478"/>
          <ac:spMkLst>
            <pc:docMk/>
            <pc:sldMk cId="1111395093" sldId="271"/>
            <ac:spMk id="5" creationId="{21F44FA3-E097-5EC2-5A1F-20EF7D73C7F0}"/>
          </ac:spMkLst>
        </pc:spChg>
        <pc:spChg chg="add mod">
          <ac:chgData name="Savannah Karin Miller" userId="22c948fc-cece-4b89-9db3-f9f8a6b29aef" providerId="ADAL" clId="{39DE2C0E-7095-495B-81F3-37AFAFAFC50B}" dt="2026-08-20T04:14:22.759" v="1323" actId="113"/>
          <ac:spMkLst>
            <pc:docMk/>
            <pc:sldMk cId="1111395093" sldId="271"/>
            <ac:spMk id="12" creationId="{559984F5-70D9-812F-90FE-1F2FAF1A0BFF}"/>
          </ac:spMkLst>
        </pc:spChg>
        <pc:spChg chg="add del">
          <ac:chgData name="Savannah Karin Miller" userId="22c948fc-cece-4b89-9db3-f9f8a6b29aef" providerId="ADAL" clId="{39DE2C0E-7095-495B-81F3-37AFAFAFC50B}" dt="2026-08-20T04:12:55.882" v="1249" actId="26606"/>
          <ac:spMkLst>
            <pc:docMk/>
            <pc:sldMk cId="1111395093" sldId="271"/>
            <ac:spMk id="15" creationId="{0A597D97-203B-498B-95D3-E90DC961039F}"/>
          </ac:spMkLst>
        </pc:spChg>
        <pc:spChg chg="add mod">
          <ac:chgData name="Savannah Karin Miller" userId="22c948fc-cece-4b89-9db3-f9f8a6b29aef" providerId="ADAL" clId="{39DE2C0E-7095-495B-81F3-37AFAFAFC50B}" dt="2026-08-20T04:14:53.975" v="1386" actId="20577"/>
          <ac:spMkLst>
            <pc:docMk/>
            <pc:sldMk cId="1111395093" sldId="271"/>
            <ac:spMk id="16" creationId="{B906DF8C-8A46-E58E-A72D-FAE9A6358388}"/>
          </ac:spMkLst>
        </pc:spChg>
        <pc:spChg chg="add del">
          <ac:chgData name="Savannah Karin Miller" userId="22c948fc-cece-4b89-9db3-f9f8a6b29aef" providerId="ADAL" clId="{39DE2C0E-7095-495B-81F3-37AFAFAFC50B}" dt="2026-08-20T04:12:55.882" v="1249" actId="26606"/>
          <ac:spMkLst>
            <pc:docMk/>
            <pc:sldMk cId="1111395093" sldId="271"/>
            <ac:spMk id="17" creationId="{6A6EF10E-DF41-4BD3-8EB4-6F646531DC26}"/>
          </ac:spMkLst>
        </pc:spChg>
        <pc:picChg chg="del">
          <ac:chgData name="Savannah Karin Miller" userId="22c948fc-cece-4b89-9db3-f9f8a6b29aef" providerId="ADAL" clId="{39DE2C0E-7095-495B-81F3-37AFAFAFC50B}" dt="2026-08-20T04:09:36.718" v="1202" actId="478"/>
          <ac:picMkLst>
            <pc:docMk/>
            <pc:sldMk cId="1111395093" sldId="271"/>
            <ac:picMk id="7" creationId="{6DCCF49A-834C-6855-9731-213787184B8A}"/>
          </ac:picMkLst>
        </pc:picChg>
        <pc:picChg chg="add mod ord modCrop">
          <ac:chgData name="Savannah Karin Miller" userId="22c948fc-cece-4b89-9db3-f9f8a6b29aef" providerId="ADAL" clId="{39DE2C0E-7095-495B-81F3-37AFAFAFC50B}" dt="2026-08-20T04:13:16.189" v="1253" actId="1076"/>
          <ac:picMkLst>
            <pc:docMk/>
            <pc:sldMk cId="1111395093" sldId="271"/>
            <ac:picMk id="8" creationId="{F9B62FE9-BE28-E814-3362-D04504F36D6C}"/>
          </ac:picMkLst>
        </pc:picChg>
        <pc:picChg chg="add mod ord modCrop">
          <ac:chgData name="Savannah Karin Miller" userId="22c948fc-cece-4b89-9db3-f9f8a6b29aef" providerId="ADAL" clId="{39DE2C0E-7095-495B-81F3-37AFAFAFC50B}" dt="2026-08-20T04:13:18.986" v="1254" actId="14100"/>
          <ac:picMkLst>
            <pc:docMk/>
            <pc:sldMk cId="1111395093" sldId="271"/>
            <ac:picMk id="10" creationId="{89BEF38C-8DD8-0242-73CB-3542E5DA72E7}"/>
          </ac:picMkLst>
        </pc:picChg>
        <pc:picChg chg="del">
          <ac:chgData name="Savannah Karin Miller" userId="22c948fc-cece-4b89-9db3-f9f8a6b29aef" providerId="ADAL" clId="{39DE2C0E-7095-495B-81F3-37AFAFAFC50B}" dt="2026-08-20T04:09:29.967" v="1200" actId="478"/>
          <ac:picMkLst>
            <pc:docMk/>
            <pc:sldMk cId="1111395093" sldId="271"/>
            <ac:picMk id="11" creationId="{E6F10AFD-E4E2-D1CA-65F5-1B9B1CA18A78}"/>
          </ac:picMkLst>
        </pc:picChg>
        <pc:picChg chg="add">
          <ac:chgData name="Savannah Karin Miller" userId="22c948fc-cece-4b89-9db3-f9f8a6b29aef" providerId="ADAL" clId="{39DE2C0E-7095-495B-81F3-37AFAFAFC50B}" dt="2026-08-20T04:14:25.434" v="1324"/>
          <ac:picMkLst>
            <pc:docMk/>
            <pc:sldMk cId="1111395093" sldId="271"/>
            <ac:picMk id="13" creationId="{40B1F902-6574-AA0A-4FA0-369A2038EFE8}"/>
          </ac:picMkLst>
        </pc:picChg>
      </pc:sldChg>
      <pc:sldChg chg="addSp delSp modSp add mod modClrScheme chgLayout">
        <pc:chgData name="Savannah Karin Miller" userId="22c948fc-cece-4b89-9db3-f9f8a6b29aef" providerId="ADAL" clId="{39DE2C0E-7095-495B-81F3-37AFAFAFC50B}" dt="2026-08-20T05:36:49.413" v="1457" actId="14100"/>
        <pc:sldMkLst>
          <pc:docMk/>
          <pc:sldMk cId="60502188" sldId="272"/>
        </pc:sldMkLst>
        <pc:spChg chg="add del mod ord">
          <ac:chgData name="Savannah Karin Miller" userId="22c948fc-cece-4b89-9db3-f9f8a6b29aef" providerId="ADAL" clId="{39DE2C0E-7095-495B-81F3-37AFAFAFC50B}" dt="2026-08-20T05:35:15.835" v="1438" actId="700"/>
          <ac:spMkLst>
            <pc:docMk/>
            <pc:sldMk cId="60502188" sldId="272"/>
            <ac:spMk id="3" creationId="{E9AC543D-A4AF-99C7-F78A-28A23A2F5917}"/>
          </ac:spMkLst>
        </pc:spChg>
        <pc:spChg chg="add del mod ord">
          <ac:chgData name="Savannah Karin Miller" userId="22c948fc-cece-4b89-9db3-f9f8a6b29aef" providerId="ADAL" clId="{39DE2C0E-7095-495B-81F3-37AFAFAFC50B}" dt="2026-08-20T05:35:46.065" v="1439" actId="931"/>
          <ac:spMkLst>
            <pc:docMk/>
            <pc:sldMk cId="60502188" sldId="272"/>
            <ac:spMk id="4" creationId="{607748A0-0D2E-B603-A571-80FF43DB40A7}"/>
          </ac:spMkLst>
        </pc:spChg>
        <pc:spChg chg="mod ord">
          <ac:chgData name="Savannah Karin Miller" userId="22c948fc-cece-4b89-9db3-f9f8a6b29aef" providerId="ADAL" clId="{39DE2C0E-7095-495B-81F3-37AFAFAFC50B}" dt="2026-08-20T05:35:15.835" v="1438" actId="700"/>
          <ac:spMkLst>
            <pc:docMk/>
            <pc:sldMk cId="60502188" sldId="272"/>
            <ac:spMk id="5" creationId="{1AC1C78C-F114-9F03-CABB-D1F643B2F9CF}"/>
          </ac:spMkLst>
        </pc:spChg>
        <pc:spChg chg="add del mod ord">
          <ac:chgData name="Savannah Karin Miller" userId="22c948fc-cece-4b89-9db3-f9f8a6b29aef" providerId="ADAL" clId="{39DE2C0E-7095-495B-81F3-37AFAFAFC50B}" dt="2026-08-20T05:35:59.198" v="1440" actId="931"/>
          <ac:spMkLst>
            <pc:docMk/>
            <pc:sldMk cId="60502188" sldId="272"/>
            <ac:spMk id="6" creationId="{3186932C-9F49-76AD-B4E0-DDAF2877D42A}"/>
          </ac:spMkLst>
        </pc:spChg>
        <pc:spChg chg="add del mod">
          <ac:chgData name="Savannah Karin Miller" userId="22c948fc-cece-4b89-9db3-f9f8a6b29aef" providerId="ADAL" clId="{39DE2C0E-7095-495B-81F3-37AFAFAFC50B}" dt="2026-08-20T05:36:25.047" v="1446" actId="478"/>
          <ac:spMkLst>
            <pc:docMk/>
            <pc:sldMk cId="60502188" sldId="272"/>
            <ac:spMk id="12" creationId="{31A2B2D6-2976-1855-87BD-9E52C8A6B072}"/>
          </ac:spMkLst>
        </pc:spChg>
        <pc:picChg chg="add mod ord">
          <ac:chgData name="Savannah Karin Miller" userId="22c948fc-cece-4b89-9db3-f9f8a6b29aef" providerId="ADAL" clId="{39DE2C0E-7095-495B-81F3-37AFAFAFC50B}" dt="2026-08-20T05:36:49.413" v="1457" actId="14100"/>
          <ac:picMkLst>
            <pc:docMk/>
            <pc:sldMk cId="60502188" sldId="272"/>
            <ac:picMk id="8" creationId="{C92C93C1-B35A-EFBF-A16F-4E639ADB4BF1}"/>
          </ac:picMkLst>
        </pc:picChg>
        <pc:picChg chg="add del mod ord">
          <ac:chgData name="Savannah Karin Miller" userId="22c948fc-cece-4b89-9db3-f9f8a6b29aef" providerId="ADAL" clId="{39DE2C0E-7095-495B-81F3-37AFAFAFC50B}" dt="2026-08-20T05:36:05.481" v="1441" actId="21"/>
          <ac:picMkLst>
            <pc:docMk/>
            <pc:sldMk cId="60502188" sldId="272"/>
            <ac:picMk id="10" creationId="{68FFCE07-947D-76F5-B7E1-A3DA6781E01E}"/>
          </ac:picMkLst>
        </pc:picChg>
        <pc:picChg chg="del">
          <ac:chgData name="Savannah Karin Miller" userId="22c948fc-cece-4b89-9db3-f9f8a6b29aef" providerId="ADAL" clId="{39DE2C0E-7095-495B-81F3-37AFAFAFC50B}" dt="2026-08-20T05:24:37.370" v="1435" actId="478"/>
          <ac:picMkLst>
            <pc:docMk/>
            <pc:sldMk cId="60502188" sldId="272"/>
            <ac:picMk id="13" creationId="{C4973166-E5A0-D9A1-80C1-0D9EB39ECC5E}"/>
          </ac:picMkLst>
        </pc:picChg>
        <pc:picChg chg="del">
          <ac:chgData name="Savannah Karin Miller" userId="22c948fc-cece-4b89-9db3-f9f8a6b29aef" providerId="ADAL" clId="{39DE2C0E-7095-495B-81F3-37AFAFAFC50B}" dt="2026-08-20T05:24:34.601" v="1434" actId="478"/>
          <ac:picMkLst>
            <pc:docMk/>
            <pc:sldMk cId="60502188" sldId="272"/>
            <ac:picMk id="17" creationId="{6828F3C3-B3A2-7639-D53B-F7B62F8241A8}"/>
          </ac:picMkLst>
        </pc:picChg>
      </pc:sldChg>
      <pc:sldChg chg="addSp delSp modSp add mod ord">
        <pc:chgData name="Savannah Karin Miller" userId="22c948fc-cece-4b89-9db3-f9f8a6b29aef" providerId="ADAL" clId="{39DE2C0E-7095-495B-81F3-37AFAFAFC50B}" dt="2026-08-20T05:43:59.900" v="1572"/>
        <pc:sldMkLst>
          <pc:docMk/>
          <pc:sldMk cId="1423438856" sldId="273"/>
        </pc:sldMkLst>
        <pc:spChg chg="add del mod">
          <ac:chgData name="Savannah Karin Miller" userId="22c948fc-cece-4b89-9db3-f9f8a6b29aef" providerId="ADAL" clId="{39DE2C0E-7095-495B-81F3-37AFAFAFC50B}" dt="2026-08-20T05:36:15.751" v="1444" actId="22"/>
          <ac:spMkLst>
            <pc:docMk/>
            <pc:sldMk cId="1423438856" sldId="273"/>
            <ac:spMk id="3" creationId="{2B76857D-685B-B798-7A5B-A0A8BB4D81D9}"/>
          </ac:spMkLst>
        </pc:spChg>
        <pc:spChg chg="del">
          <ac:chgData name="Savannah Karin Miller" userId="22c948fc-cece-4b89-9db3-f9f8a6b29aef" providerId="ADAL" clId="{39DE2C0E-7095-495B-81F3-37AFAFAFC50B}" dt="2026-08-20T05:36:20.210" v="1445" actId="478"/>
          <ac:spMkLst>
            <pc:docMk/>
            <pc:sldMk cId="1423438856" sldId="273"/>
            <ac:spMk id="12" creationId="{83A3D8E7-A676-BA05-039E-A1C614F56B13}"/>
          </ac:spMkLst>
        </pc:spChg>
        <pc:picChg chg="add mod ord">
          <ac:chgData name="Savannah Karin Miller" userId="22c948fc-cece-4b89-9db3-f9f8a6b29aef" providerId="ADAL" clId="{39DE2C0E-7095-495B-81F3-37AFAFAFC50B}" dt="2026-08-20T05:36:43.062" v="1454" actId="1076"/>
          <ac:picMkLst>
            <pc:docMk/>
            <pc:sldMk cId="1423438856" sldId="273"/>
            <ac:picMk id="6" creationId="{2DD3CF05-1033-5F10-ED03-2651C114977F}"/>
          </ac:picMkLst>
        </pc:picChg>
        <pc:picChg chg="del">
          <ac:chgData name="Savannah Karin Miller" userId="22c948fc-cece-4b89-9db3-f9f8a6b29aef" providerId="ADAL" clId="{39DE2C0E-7095-495B-81F3-37AFAFAFC50B}" dt="2026-08-20T05:36:12.626" v="1443" actId="478"/>
          <ac:picMkLst>
            <pc:docMk/>
            <pc:sldMk cId="1423438856" sldId="273"/>
            <ac:picMk id="8" creationId="{9957C1E1-349E-AB99-70D3-A43CDC0042DE}"/>
          </ac:picMkLst>
        </pc:picChg>
      </pc:sldChg>
      <pc:sldChg chg="new del">
        <pc:chgData name="Savannah Karin Miller" userId="22c948fc-cece-4b89-9db3-f9f8a6b29aef" providerId="ADAL" clId="{39DE2C0E-7095-495B-81F3-37AFAFAFC50B}" dt="2026-08-20T05:36:58.959" v="1459" actId="680"/>
        <pc:sldMkLst>
          <pc:docMk/>
          <pc:sldMk cId="706961246" sldId="274"/>
        </pc:sldMkLst>
      </pc:sldChg>
      <pc:sldChg chg="addSp delSp modSp add mod chgLayout">
        <pc:chgData name="Savannah Karin Miller" userId="22c948fc-cece-4b89-9db3-f9f8a6b29aef" providerId="ADAL" clId="{39DE2C0E-7095-495B-81F3-37AFAFAFC50B}" dt="2026-08-20T05:45:03.552" v="1573" actId="1076"/>
        <pc:sldMkLst>
          <pc:docMk/>
          <pc:sldMk cId="2014083808" sldId="274"/>
        </pc:sldMkLst>
        <pc:spChg chg="add del mod">
          <ac:chgData name="Savannah Karin Miller" userId="22c948fc-cece-4b89-9db3-f9f8a6b29aef" providerId="ADAL" clId="{39DE2C0E-7095-495B-81F3-37AFAFAFC50B}" dt="2026-08-20T05:37:09.493" v="1462" actId="700"/>
          <ac:spMkLst>
            <pc:docMk/>
            <pc:sldMk cId="2014083808" sldId="274"/>
            <ac:spMk id="3" creationId="{EC892FE6-9889-D30E-EFA0-4ECB05C99373}"/>
          </ac:spMkLst>
        </pc:spChg>
        <pc:spChg chg="add del mod ord">
          <ac:chgData name="Savannah Karin Miller" userId="22c948fc-cece-4b89-9db3-f9f8a6b29aef" providerId="ADAL" clId="{39DE2C0E-7095-495B-81F3-37AFAFAFC50B}" dt="2026-08-20T05:37:25.624" v="1463" actId="931"/>
          <ac:spMkLst>
            <pc:docMk/>
            <pc:sldMk cId="2014083808" sldId="274"/>
            <ac:spMk id="4" creationId="{23B70E15-CD13-E0DE-5C9F-E51F359FC561}"/>
          </ac:spMkLst>
        </pc:spChg>
        <pc:spChg chg="mod ord">
          <ac:chgData name="Savannah Karin Miller" userId="22c948fc-cece-4b89-9db3-f9f8a6b29aef" providerId="ADAL" clId="{39DE2C0E-7095-495B-81F3-37AFAFAFC50B}" dt="2026-08-20T05:39:00.092" v="1468" actId="1076"/>
          <ac:spMkLst>
            <pc:docMk/>
            <pc:sldMk cId="2014083808" sldId="274"/>
            <ac:spMk id="5" creationId="{A33E62B1-48AB-68EA-CB4F-5AB9099C19C1}"/>
          </ac:spMkLst>
        </pc:spChg>
        <pc:spChg chg="add del mod ord">
          <ac:chgData name="Savannah Karin Miller" userId="22c948fc-cece-4b89-9db3-f9f8a6b29aef" providerId="ADAL" clId="{39DE2C0E-7095-495B-81F3-37AFAFAFC50B}" dt="2026-08-20T05:38:03.995" v="1466" actId="931"/>
          <ac:spMkLst>
            <pc:docMk/>
            <pc:sldMk cId="2014083808" sldId="274"/>
            <ac:spMk id="7" creationId="{70B93B27-0C15-61C2-CAA9-1CFE3DA84C7B}"/>
          </ac:spMkLst>
        </pc:spChg>
        <pc:spChg chg="add mod">
          <ac:chgData name="Savannah Karin Miller" userId="22c948fc-cece-4b89-9db3-f9f8a6b29aef" providerId="ADAL" clId="{39DE2C0E-7095-495B-81F3-37AFAFAFC50B}" dt="2026-08-20T05:45:03.552" v="1573" actId="1076"/>
          <ac:spMkLst>
            <pc:docMk/>
            <pc:sldMk cId="2014083808" sldId="274"/>
            <ac:spMk id="14" creationId="{A6364580-F88B-1990-D4B7-7AAC60649506}"/>
          </ac:spMkLst>
        </pc:spChg>
        <pc:spChg chg="add del mod">
          <ac:chgData name="Savannah Karin Miller" userId="22c948fc-cece-4b89-9db3-f9f8a6b29aef" providerId="ADAL" clId="{39DE2C0E-7095-495B-81F3-37AFAFAFC50B}" dt="2026-08-20T05:41:37.765" v="1543" actId="478"/>
          <ac:spMkLst>
            <pc:docMk/>
            <pc:sldMk cId="2014083808" sldId="274"/>
            <ac:spMk id="16" creationId="{92A2E67C-682C-43FF-A661-1FAA23984D40}"/>
          </ac:spMkLst>
        </pc:spChg>
        <pc:spChg chg="add del mod">
          <ac:chgData name="Savannah Karin Miller" userId="22c948fc-cece-4b89-9db3-f9f8a6b29aef" providerId="ADAL" clId="{39DE2C0E-7095-495B-81F3-37AFAFAFC50B}" dt="2026-08-20T05:41:39.185" v="1544" actId="478"/>
          <ac:spMkLst>
            <pc:docMk/>
            <pc:sldMk cId="2014083808" sldId="274"/>
            <ac:spMk id="20" creationId="{217E0A54-3918-23E0-BCD9-7488579C2237}"/>
          </ac:spMkLst>
        </pc:spChg>
        <pc:picChg chg="del">
          <ac:chgData name="Savannah Karin Miller" userId="22c948fc-cece-4b89-9db3-f9f8a6b29aef" providerId="ADAL" clId="{39DE2C0E-7095-495B-81F3-37AFAFAFC50B}" dt="2026-08-20T05:37:05.523" v="1461" actId="478"/>
          <ac:picMkLst>
            <pc:docMk/>
            <pc:sldMk cId="2014083808" sldId="274"/>
            <ac:picMk id="6" creationId="{7A6DBA27-CEDB-86E1-DA4D-7EDCE1870D4A}"/>
          </ac:picMkLst>
        </pc:picChg>
        <pc:picChg chg="add mod ord">
          <ac:chgData name="Savannah Karin Miller" userId="22c948fc-cece-4b89-9db3-f9f8a6b29aef" providerId="ADAL" clId="{39DE2C0E-7095-495B-81F3-37AFAFAFC50B}" dt="2026-08-20T05:43:25.455" v="1563" actId="1076"/>
          <ac:picMkLst>
            <pc:docMk/>
            <pc:sldMk cId="2014083808" sldId="274"/>
            <ac:picMk id="9" creationId="{A8941919-1DF5-6728-17D0-5F1E0900DDF2}"/>
          </ac:picMkLst>
        </pc:picChg>
        <pc:picChg chg="add del mod ord">
          <ac:chgData name="Savannah Karin Miller" userId="22c948fc-cece-4b89-9db3-f9f8a6b29aef" providerId="ADAL" clId="{39DE2C0E-7095-495B-81F3-37AFAFAFC50B}" dt="2026-08-20T05:37:55.244" v="1465" actId="931"/>
          <ac:picMkLst>
            <pc:docMk/>
            <pc:sldMk cId="2014083808" sldId="274"/>
            <ac:picMk id="11" creationId="{B3CA989C-6D2A-8DE3-3DF8-556037D46FF6}"/>
          </ac:picMkLst>
        </pc:picChg>
        <pc:picChg chg="add del mod ord">
          <ac:chgData name="Savannah Karin Miller" userId="22c948fc-cece-4b89-9db3-f9f8a6b29aef" providerId="ADAL" clId="{39DE2C0E-7095-495B-81F3-37AFAFAFC50B}" dt="2026-08-20T05:40:48.835" v="1528" actId="21"/>
          <ac:picMkLst>
            <pc:docMk/>
            <pc:sldMk cId="2014083808" sldId="274"/>
            <ac:picMk id="13" creationId="{026BEB35-102A-2A29-D00A-4CD510F7A397}"/>
          </ac:picMkLst>
        </pc:picChg>
        <pc:picChg chg="add mod">
          <ac:chgData name="Savannah Karin Miller" userId="22c948fc-cece-4b89-9db3-f9f8a6b29aef" providerId="ADAL" clId="{39DE2C0E-7095-495B-81F3-37AFAFAFC50B}" dt="2026-08-20T05:43:32.582" v="1565" actId="1076"/>
          <ac:picMkLst>
            <pc:docMk/>
            <pc:sldMk cId="2014083808" sldId="274"/>
            <ac:picMk id="18" creationId="{EAB29286-2DDD-2F18-5B92-1628567F20B6}"/>
          </ac:picMkLst>
        </pc:picChg>
      </pc:sldChg>
      <pc:sldChg chg="addSp delSp modSp add mod">
        <pc:chgData name="Savannah Karin Miller" userId="22c948fc-cece-4b89-9db3-f9f8a6b29aef" providerId="ADAL" clId="{39DE2C0E-7095-495B-81F3-37AFAFAFC50B}" dt="2026-08-20T05:43:50.577" v="1570" actId="14100"/>
        <pc:sldMkLst>
          <pc:docMk/>
          <pc:sldMk cId="4226288996" sldId="275"/>
        </pc:sldMkLst>
        <pc:spChg chg="add del mod">
          <ac:chgData name="Savannah Karin Miller" userId="22c948fc-cece-4b89-9db3-f9f8a6b29aef" providerId="ADAL" clId="{39DE2C0E-7095-495B-81F3-37AFAFAFC50B}" dt="2026-08-20T05:40:58.162" v="1532" actId="478"/>
          <ac:spMkLst>
            <pc:docMk/>
            <pc:sldMk cId="4226288996" sldId="275"/>
            <ac:spMk id="3" creationId="{18F191AA-DF0A-7F44-6BE0-3863C7E80BD6}"/>
          </ac:spMkLst>
        </pc:spChg>
        <pc:spChg chg="del">
          <ac:chgData name="Savannah Karin Miller" userId="22c948fc-cece-4b89-9db3-f9f8a6b29aef" providerId="ADAL" clId="{39DE2C0E-7095-495B-81F3-37AFAFAFC50B}" dt="2026-08-20T05:40:54.343" v="1530" actId="478"/>
          <ac:spMkLst>
            <pc:docMk/>
            <pc:sldMk cId="4226288996" sldId="275"/>
            <ac:spMk id="14" creationId="{4E0F94C7-4B3E-D4BD-A0CD-D45960D85227}"/>
          </ac:spMkLst>
        </pc:spChg>
        <pc:spChg chg="mod">
          <ac:chgData name="Savannah Karin Miller" userId="22c948fc-cece-4b89-9db3-f9f8a6b29aef" providerId="ADAL" clId="{39DE2C0E-7095-495B-81F3-37AFAFAFC50B}" dt="2026-08-20T05:41:00.950" v="1533" actId="1076"/>
          <ac:spMkLst>
            <pc:docMk/>
            <pc:sldMk cId="4226288996" sldId="275"/>
            <ac:spMk id="16" creationId="{57744FFD-0BD5-B498-C937-661589C1A6F9}"/>
          </ac:spMkLst>
        </pc:spChg>
        <pc:picChg chg="add mod">
          <ac:chgData name="Savannah Karin Miller" userId="22c948fc-cece-4b89-9db3-f9f8a6b29aef" providerId="ADAL" clId="{39DE2C0E-7095-495B-81F3-37AFAFAFC50B}" dt="2026-08-20T05:43:50.577" v="1570" actId="14100"/>
          <ac:picMkLst>
            <pc:docMk/>
            <pc:sldMk cId="4226288996" sldId="275"/>
            <ac:picMk id="6" creationId="{4CF2DFB9-07CD-5B8A-A5BD-27032714F58D}"/>
          </ac:picMkLst>
        </pc:picChg>
        <pc:picChg chg="del">
          <ac:chgData name="Savannah Karin Miller" userId="22c948fc-cece-4b89-9db3-f9f8a6b29aef" providerId="ADAL" clId="{39DE2C0E-7095-495B-81F3-37AFAFAFC50B}" dt="2026-08-20T05:40:52.491" v="1529" actId="478"/>
          <ac:picMkLst>
            <pc:docMk/>
            <pc:sldMk cId="4226288996" sldId="275"/>
            <ac:picMk id="9" creationId="{AE4B7AEC-49C0-F8F3-44D6-AE2DC5AC4529}"/>
          </ac:picMkLst>
        </pc:picChg>
        <pc:picChg chg="mod">
          <ac:chgData name="Savannah Karin Miller" userId="22c948fc-cece-4b89-9db3-f9f8a6b29aef" providerId="ADAL" clId="{39DE2C0E-7095-495B-81F3-37AFAFAFC50B}" dt="2026-08-20T05:43:38.274" v="1566" actId="1076"/>
          <ac:picMkLst>
            <pc:docMk/>
            <pc:sldMk cId="4226288996" sldId="275"/>
            <ac:picMk id="13" creationId="{4C15FACB-80DB-3369-38CB-508717602E70}"/>
          </ac:picMkLst>
        </pc:picChg>
        <pc:picChg chg="del">
          <ac:chgData name="Savannah Karin Miller" userId="22c948fc-cece-4b89-9db3-f9f8a6b29aef" providerId="ADAL" clId="{39DE2C0E-7095-495B-81F3-37AFAFAFC50B}" dt="2026-08-20T05:40:56.460" v="1531" actId="478"/>
          <ac:picMkLst>
            <pc:docMk/>
            <pc:sldMk cId="4226288996" sldId="275"/>
            <ac:picMk id="18" creationId="{F42DFC4E-88DD-9DB5-C650-B4BC36AFE70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00114-2FE5-31B9-3911-EA112C03DF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AF160D-5405-38F7-B434-595B20029C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A91775-3BA5-D9FF-A1A6-6B284CF75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5577-04C1-4DFE-9495-826892B20392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64D1C8-F825-86EA-637B-2C8B8362A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FD46CE-9690-E0A9-EFB6-A213ACA64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C526C-EF73-4FE0-ACC3-3C29BF3BC1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74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213B5-C0C6-7A27-46E1-827F68AB1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6A1F0-7BBB-C8C3-838D-0A9CD5BBC4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053FC-B568-E45C-6128-D0794B44E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5577-04C1-4DFE-9495-826892B20392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A5BBE-2C04-3BE0-70C9-89CE2BE03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48D356-E682-D1D2-194F-E87C26C71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C526C-EF73-4FE0-ACC3-3C29BF3BC1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443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5FFF2-95FF-EDC9-293E-A1F6948FE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95F1E5-D141-DB16-8378-9BCB39CE20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6059C6-DA36-FDDB-0C1B-D03CB2C8B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5577-04C1-4DFE-9495-826892B20392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1B3BC7-8590-C60C-1CBA-B5EFFE8AF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375DF-B936-4C47-DA12-C5D8264C5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C526C-EF73-4FE0-ACC3-3C29BF3BC1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705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D8D65-8ED8-1988-ADBC-719680590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A77E0-32B0-636F-2862-8B838FD2A8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AA759D-4251-CB60-89A0-CBC493B10A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E09C38-1943-0E77-DFEB-FE0D710C1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5577-04C1-4DFE-9495-826892B20392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B42553-C090-11F4-CF5A-E21763E8E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4CF77C-1E68-9021-F4D5-22FE0D3F0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C526C-EF73-4FE0-ACC3-3C29BF3BC1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503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7D234-DEA2-4E4D-A6A3-0A1D39629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A41397-CDF0-B665-C49C-E2AADBE069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56A5F5-F5D1-A193-9F5E-54E8C33729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A6DCAF-65DD-0BE9-5E54-C172E46C62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458302-8BBC-BDFD-A311-383C4B3A31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2D43F1-ADB3-2C66-3647-E7551BB20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5577-04C1-4DFE-9495-826892B20392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F91DC5-FF26-D25D-53AE-599F1ADE9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8773B9-6D78-2B62-F06B-9E4708B66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C526C-EF73-4FE0-ACC3-3C29BF3BC1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5254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3F1B6-D970-30B2-C73B-C1BE1BAA1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B5DA22-E17C-46DB-97CA-0560F23B0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5577-04C1-4DFE-9495-826892B20392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2CC244-2B3C-AD9C-30BF-6307977DA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69F1FE-FFC9-847A-D16B-9796CAC3E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C526C-EF73-4FE0-ACC3-3C29BF3BC1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642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60C8CC-6310-BE03-F518-B98C45E9C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5577-04C1-4DFE-9495-826892B20392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856D02-48F1-50E7-1419-E69E2FEF6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58EDAE-23A2-205F-B78F-A20166110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C526C-EF73-4FE0-ACC3-3C29BF3BC1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100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80822-33AB-CC92-9EE7-4454D0B9A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E3792D-0677-B5A7-860C-6A3E981B3D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A1ED90-C063-846D-2215-93728DE3D9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15DFAC-72D4-2452-EC32-E2BDBE741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5577-04C1-4DFE-9495-826892B20392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EEC9AB-6ACA-655A-474F-7B79FE312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72D943-24F8-9012-2094-DE0A0CFF7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C526C-EF73-4FE0-ACC3-3C29BF3BC1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8086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8DD60-04C2-59AC-9C8E-4D226A16E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D029BC-8C77-7E3B-036A-F30317D1BF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76A9DF-5A4D-C004-72F6-F92E6D9138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D6EA1A-2894-C285-0E27-59FA025DA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5577-04C1-4DFE-9495-826892B20392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398E2F-6A3F-F922-D976-30B14B843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220E76-5ECE-C91C-6ECA-4AE7EC04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C526C-EF73-4FE0-ACC3-3C29BF3BC1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3627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977C9-18F0-B6BD-5C56-2F92F0828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627B49-7A2B-B5A6-48D7-AC2557F921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F08ABD-C009-5EA1-D66A-89045EE62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5577-04C1-4DFE-9495-826892B20392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E1DB0-A2A8-825D-5DED-F44DC38F9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586528-DBBD-3FC7-20B4-9E1FD0C01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C526C-EF73-4FE0-ACC3-3C29BF3BC1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6694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2A8F0E-7046-D59F-A3DB-5126BD7DC7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0090D6-8EDF-4114-418F-4ACB8D1005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6A9F4F-5B2A-E645-906E-875C70700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25577-04C1-4DFE-9495-826892B20392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70069-32EF-6198-6F67-8926CE4E0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EE3278-BE85-F5A5-0275-BBB080557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C526C-EF73-4FE0-ACC3-3C29BF3BC1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7067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4AB186-4480-D0CD-9FFA-7E59CB940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FB78D5-3F0E-5A66-6131-4C3C0F0676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685B7-5AB0-5F64-1B58-D5B9692148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125577-04C1-4DFE-9495-826892B20392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74D209-E433-DED0-5138-1C6E172A9D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FF9E5-D403-B72D-46BC-0E0A42AFD3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3C526C-EF73-4FE0-ACC3-3C29BF3BC1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8521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64AD1-9945-A9DF-F99F-C4D1F74F1C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Initial Results Check-In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5694CC-518D-B3E0-D13F-07C0E97451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9506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78E77-2410-48D8-E204-60A734D8D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Summary-Sediment and Abiotic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F931F0-4409-18B6-3C54-02E0CF9046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Merged USGS and Thesis Sediment Deposition data into one </a:t>
            </a:r>
            <a:r>
              <a:rPr lang="en-US" b="1" dirty="0" err="1"/>
              <a:t>dataframe</a:t>
            </a:r>
            <a:r>
              <a:rPr lang="en-US" b="1" dirty="0"/>
              <a:t>! </a:t>
            </a:r>
          </a:p>
          <a:p>
            <a:pPr marL="0" indent="0">
              <a:buNone/>
            </a:pPr>
            <a:r>
              <a:rPr lang="en-US" dirty="0"/>
              <a:t>Thesis includes additional variables:</a:t>
            </a:r>
          </a:p>
          <a:p>
            <a:pPr lvl="1"/>
            <a:r>
              <a:rPr lang="en-US" dirty="0"/>
              <a:t>“local slope”</a:t>
            </a:r>
          </a:p>
          <a:p>
            <a:pPr lvl="2"/>
            <a:r>
              <a:rPr lang="en-US" dirty="0"/>
              <a:t>Extrapolated from marsh edge horizontal profile (June 2025) to the most recent RTK surveys of the transect (Nov. 2025-March 2025)</a:t>
            </a:r>
          </a:p>
          <a:p>
            <a:pPr lvl="1"/>
            <a:r>
              <a:rPr lang="en-US" dirty="0"/>
              <a:t>mean wind speed</a:t>
            </a:r>
          </a:p>
          <a:p>
            <a:pPr lvl="2"/>
            <a:r>
              <a:rPr lang="en-US" dirty="0"/>
              <a:t>Calculated per site, spanning time of Day filter was placed-Day filter was collected</a:t>
            </a:r>
          </a:p>
          <a:p>
            <a:pPr marL="0" indent="0">
              <a:buNone/>
            </a:pPr>
            <a:r>
              <a:rPr lang="en-US" dirty="0"/>
              <a:t>USGS includes additional variables and elements: </a:t>
            </a:r>
          </a:p>
          <a:p>
            <a:pPr lvl="1"/>
            <a:r>
              <a:rPr lang="en-US" dirty="0"/>
              <a:t>Bay (Transects A, B) and Channel (Transects C, D) incorporated in data frames</a:t>
            </a:r>
          </a:p>
          <a:p>
            <a:pPr lvl="1"/>
            <a:r>
              <a:rPr lang="en-US" dirty="0"/>
              <a:t>Calculated z* to pair with thesis measurements </a:t>
            </a:r>
          </a:p>
          <a:p>
            <a:pPr lvl="2"/>
            <a:r>
              <a:rPr lang="en-US" dirty="0"/>
              <a:t>Used same BCDC stations as Thesis for standardization </a:t>
            </a:r>
          </a:p>
          <a:p>
            <a:pPr marL="914400" lvl="2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7524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F1AF2-0182-8EC0-2A73-319AA2A63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RQ # 1-Does marsh edge matter for sediment deposition?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4B8014-FFE7-1571-391D-5656C51A2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Spatially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51AE8A9-7042-5838-9392-0B32B6466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90" y="2351314"/>
            <a:ext cx="5761626" cy="35557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16E32E6-5C3F-0B2F-EBE2-034EA9A32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686" y="2205760"/>
            <a:ext cx="4424130" cy="9824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732B0F-E841-7D4F-8FBD-994A0822D640}"/>
              </a:ext>
            </a:extLst>
          </p:cNvPr>
          <p:cNvSpPr txBox="1"/>
          <p:nvPr/>
        </p:nvSpPr>
        <p:spPr>
          <a:xfrm>
            <a:off x="6659725" y="3703318"/>
            <a:ext cx="42570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lmer</a:t>
            </a:r>
            <a:r>
              <a:rPr lang="en-US" dirty="0"/>
              <a:t>(Flux ~ </a:t>
            </a:r>
            <a:r>
              <a:rPr lang="en-US" dirty="0" err="1"/>
              <a:t>Marsh_Group</a:t>
            </a:r>
            <a:r>
              <a:rPr lang="en-US" dirty="0"/>
              <a:t> + (1 | Site) + (1 | Tran), data = </a:t>
            </a:r>
            <a:r>
              <a:rPr lang="en-US" dirty="0" err="1"/>
              <a:t>marsh_group_flux</a:t>
            </a:r>
            <a:r>
              <a:rPr lang="en-US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4D455F-EAF1-6D42-15C5-E97A88942A2D}"/>
              </a:ext>
            </a:extLst>
          </p:cNvPr>
          <p:cNvSpPr txBox="1"/>
          <p:nvPr/>
        </p:nvSpPr>
        <p:spPr>
          <a:xfrm>
            <a:off x="6492686" y="5047488"/>
            <a:ext cx="5449378" cy="64633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“Open Bay” = San Pablo and Giant Marsh </a:t>
            </a:r>
          </a:p>
          <a:p>
            <a:r>
              <a:rPr lang="en-US" dirty="0"/>
              <a:t>“Protected” = Buck’s Landing and Corte Madera</a:t>
            </a:r>
          </a:p>
        </p:txBody>
      </p:sp>
    </p:spTree>
    <p:extLst>
      <p:ext uri="{BB962C8B-B14F-4D97-AF65-F5344CB8AC3E}">
        <p14:creationId xmlns:p14="http://schemas.microsoft.com/office/powerpoint/2010/main" val="486066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A4590-7CFE-FD1D-60FC-EE54840D9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A76C9-5B27-C320-9CF5-EFF96DDA1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RQ # 1-Does marsh edge matter for sediment deposition?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F9DC8A-ACD6-5238-758A-7ED21C1447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Temporally-All Sites</a:t>
            </a:r>
          </a:p>
          <a:p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3134E66-A7E7-B5C6-A339-92CFA9866CB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34515" y="2752690"/>
            <a:ext cx="5157787" cy="3189356"/>
          </a:xfrm>
          <a:prstGeom prst="rect">
            <a:avLst/>
          </a:prstGeo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0013DDBC-C6C3-1FCC-4B7B-2487B50C8B8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194427" y="2179199"/>
            <a:ext cx="5183188" cy="1249801"/>
          </a:xfrm>
          <a:prstGeom prst="rect">
            <a:avLst/>
          </a:prstGeom>
        </p:spPr>
      </p:pic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44AC3B8-9932-F4CB-79C4-EFED9DE791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997575" y="4133461"/>
            <a:ext cx="6194425" cy="895738"/>
          </a:xfrm>
        </p:spPr>
        <p:txBody>
          <a:bodyPr>
            <a:normAutofit/>
          </a:bodyPr>
          <a:lstStyle/>
          <a:p>
            <a:r>
              <a:rPr lang="en-US" dirty="0" err="1"/>
              <a:t>lm</a:t>
            </a:r>
            <a:r>
              <a:rPr lang="en-US" dirty="0"/>
              <a:t>(Flux ~ </a:t>
            </a:r>
            <a:r>
              <a:rPr lang="en-US" dirty="0" err="1"/>
              <a:t>marsh_edge_type</a:t>
            </a:r>
            <a:r>
              <a:rPr lang="en-US" dirty="0"/>
              <a:t> * </a:t>
            </a:r>
            <a:r>
              <a:rPr lang="en-US" dirty="0" err="1"/>
              <a:t>Study.Phase</a:t>
            </a:r>
            <a:r>
              <a:rPr lang="en-US" dirty="0"/>
              <a:t> + Site</a:t>
            </a:r>
          </a:p>
        </p:txBody>
      </p:sp>
    </p:spTree>
    <p:extLst>
      <p:ext uri="{BB962C8B-B14F-4D97-AF65-F5344CB8AC3E}">
        <p14:creationId xmlns:p14="http://schemas.microsoft.com/office/powerpoint/2010/main" val="3122654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0E6AC-F52E-D619-64D5-967B86107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82EBD-199D-5FCA-90A1-3A6482F0F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RQ # 1-Does marsh edge matter for sediment deposition?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BC9F3883-750B-373D-09B1-78E47C967F7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39788" y="2753364"/>
            <a:ext cx="5157787" cy="3188009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4D34D60A-E996-0DCD-C824-AAD2D82A0A2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466819" y="1880192"/>
            <a:ext cx="5162454" cy="1478828"/>
          </a:xfrm>
          <a:prstGeom prst="rect">
            <a:avLst/>
          </a:prstGeom>
        </p:spPr>
      </p:pic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9144A24-1987-6422-6B3F-3D8F5572BC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Temporally-Excluding Giant Marsh</a:t>
            </a:r>
          </a:p>
          <a:p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64B4DA-DFE6-F7E0-83B5-E49166A4FB92}"/>
              </a:ext>
            </a:extLst>
          </p:cNvPr>
          <p:cNvSpPr txBox="1"/>
          <p:nvPr/>
        </p:nvSpPr>
        <p:spPr>
          <a:xfrm>
            <a:off x="6653431" y="3894842"/>
            <a:ext cx="47889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lm</a:t>
            </a:r>
            <a:r>
              <a:rPr lang="en-US" dirty="0"/>
              <a:t>(  Flux ~ </a:t>
            </a:r>
            <a:r>
              <a:rPr lang="en-US" dirty="0" err="1"/>
              <a:t>marsh_edge_type</a:t>
            </a:r>
            <a:r>
              <a:rPr lang="en-US" dirty="0"/>
              <a:t> * </a:t>
            </a:r>
            <a:r>
              <a:rPr lang="en-US" dirty="0" err="1"/>
              <a:t>Study.Phase</a:t>
            </a:r>
            <a:r>
              <a:rPr lang="en-US" dirty="0"/>
              <a:t> + Site</a:t>
            </a:r>
          </a:p>
        </p:txBody>
      </p:sp>
    </p:spTree>
    <p:extLst>
      <p:ext uri="{BB962C8B-B14F-4D97-AF65-F5344CB8AC3E}">
        <p14:creationId xmlns:p14="http://schemas.microsoft.com/office/powerpoint/2010/main" val="4201830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48951-C35C-7D14-CD01-0ACDFB017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2E866-C12D-FED4-38B0-B5D6BD1DB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RQ # 1-Does marsh edge matter for sediment deposition?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EB98CC4-6474-69BA-B57B-1FCDF0E154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227" y="1845968"/>
            <a:ext cx="3715891" cy="461666"/>
          </a:xfrm>
        </p:spPr>
        <p:txBody>
          <a:bodyPr/>
          <a:lstStyle/>
          <a:p>
            <a:r>
              <a:rPr lang="en-US" dirty="0"/>
              <a:t>Variance Between Sites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7444A21-EF9E-DA55-031A-BF4D1D95AA1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39788" y="3112857"/>
            <a:ext cx="7133780" cy="1272107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C7CB1A22-F94B-B8CD-B067-182F02E62E0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935227" y="5040948"/>
            <a:ext cx="7467436" cy="121634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FAD9F62-AE46-00F1-9A42-F503D5A30586}"/>
              </a:ext>
            </a:extLst>
          </p:cNvPr>
          <p:cNvSpPr txBox="1"/>
          <p:nvPr/>
        </p:nvSpPr>
        <p:spPr>
          <a:xfrm>
            <a:off x="935227" y="2422153"/>
            <a:ext cx="41619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Temporally (Per Study Phase) 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1552378-61BB-8482-B803-E8E7C5FA118D}"/>
              </a:ext>
            </a:extLst>
          </p:cNvPr>
          <p:cNvSpPr txBox="1"/>
          <p:nvPr/>
        </p:nvSpPr>
        <p:spPr>
          <a:xfrm>
            <a:off x="839788" y="4350244"/>
            <a:ext cx="55740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Spatially (Per Distance from Marsh Edge)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8902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9C59F-9AA4-7F08-96C4-F07DFCFB4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RQ #2: Do rates of sediment deposition change over time at the same edge type?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E1584C-AF52-0508-4AF4-5E3A52470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Spatially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38051C-26BE-5AF1-2C7F-3A68BB2023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459" y="2061341"/>
            <a:ext cx="4595063" cy="165962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BCDE5C-904D-9ED6-7D4C-CA857E1441A9}"/>
              </a:ext>
            </a:extLst>
          </p:cNvPr>
          <p:cNvSpPr txBox="1"/>
          <p:nvPr/>
        </p:nvSpPr>
        <p:spPr>
          <a:xfrm>
            <a:off x="7278624" y="4809131"/>
            <a:ext cx="40751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lm</a:t>
            </a:r>
            <a:r>
              <a:rPr lang="en-US" dirty="0"/>
              <a:t>(  Flux ~ </a:t>
            </a:r>
            <a:r>
              <a:rPr lang="en-US" dirty="0" err="1"/>
              <a:t>Study.Dataset</a:t>
            </a:r>
            <a:r>
              <a:rPr lang="en-US" dirty="0"/>
              <a:t> * Month * </a:t>
            </a:r>
            <a:r>
              <a:rPr lang="en-US" dirty="0" err="1"/>
              <a:t>Marsh_Area</a:t>
            </a:r>
            <a:r>
              <a:rPr lang="en-US" dirty="0"/>
              <a:t> + Site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57B441-C9F2-FAF3-340E-CE3C5F57E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61" y="2528680"/>
            <a:ext cx="6731148" cy="3648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2971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86504-1258-7497-2E87-365EAF7F2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D123D-AD58-6055-741B-C0D713BD8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RQ #2: Do rates of sediment deposition change over time at the same edge type?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96BF8-74BD-916F-CC78-3AB5AAE828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Spatially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B09ACB-BE6D-7FFE-59B6-D654D93F4B1C}"/>
              </a:ext>
            </a:extLst>
          </p:cNvPr>
          <p:cNvSpPr txBox="1"/>
          <p:nvPr/>
        </p:nvSpPr>
        <p:spPr>
          <a:xfrm>
            <a:off x="7448998" y="4527432"/>
            <a:ext cx="4267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lm</a:t>
            </a:r>
            <a:r>
              <a:rPr lang="en-US" dirty="0"/>
              <a:t>(formula = log(Flux) ~ </a:t>
            </a:r>
            <a:r>
              <a:rPr lang="en-US" dirty="0" err="1"/>
              <a:t>Marsh_Area</a:t>
            </a:r>
            <a:r>
              <a:rPr lang="en-US" dirty="0"/>
              <a:t> * </a:t>
            </a:r>
            <a:r>
              <a:rPr lang="en-US" dirty="0" err="1"/>
              <a:t>Study.Dataset</a:t>
            </a:r>
            <a:r>
              <a:rPr lang="en-US" dirty="0"/>
              <a:t> + Site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65BFEF-E75D-6D8C-C05E-070227D702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8270" y="2450792"/>
            <a:ext cx="4535963" cy="131653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8F1AAAC-9CFC-05B1-0777-AB82F74D5F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802" y="2633472"/>
            <a:ext cx="6867574" cy="3859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4416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303BE-97E1-3299-8F4D-CD015365A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RQ #2: 2022/2023 Bay and Channel Transects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B28ED72-DD4F-8C1D-A526-86EE4E1B9A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29392" y="1690688"/>
            <a:ext cx="8311564" cy="465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318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FABF1-90C8-8BC1-9217-094F0A80A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8192A-A0AB-B395-4353-1647C1A7C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RQ #2: Do rates of sediment deposition change over time at the same edge type?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1C052-6285-1769-E1AA-294C8D89BF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Temporally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89753E-A42E-72E0-A9C6-C40CD033851D}"/>
              </a:ext>
            </a:extLst>
          </p:cNvPr>
          <p:cNvSpPr txBox="1"/>
          <p:nvPr/>
        </p:nvSpPr>
        <p:spPr>
          <a:xfrm>
            <a:off x="7589520" y="2642617"/>
            <a:ext cx="4432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lm</a:t>
            </a:r>
            <a:r>
              <a:rPr lang="en-US" dirty="0"/>
              <a:t>(  Flux ~ </a:t>
            </a:r>
            <a:r>
              <a:rPr lang="en-US" dirty="0" err="1"/>
              <a:t>Study.Dataset</a:t>
            </a:r>
            <a:r>
              <a:rPr lang="en-US" dirty="0"/>
              <a:t> *Site + Month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AC3AB3-808C-DD20-B0F7-3D785AB4ED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035" y="2249424"/>
            <a:ext cx="6847831" cy="39275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5BE7D8A-5473-F3D7-B2D0-5A3A599646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5541" y="3435748"/>
            <a:ext cx="4532124" cy="255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340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1BD40-D0A1-AF10-63D1-769849E5C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8F90B-C440-85FE-C33D-02FDBE116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RQ# 3: Do inter-marsh variables explain more of the differences between sediment deposition?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CD0D9-3B51-472D-0D3E-261F09ED84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LASSO (Least Absolute Shrinkage and Selection Operator) First Attempt (Thorne 2022). </a:t>
            </a:r>
          </a:p>
          <a:p>
            <a:r>
              <a:rPr lang="en-US" dirty="0"/>
              <a:t>Tried it out but still need to work through the theory of it.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3E0892-5338-514C-60B8-756FC7E8B649}"/>
              </a:ext>
            </a:extLst>
          </p:cNvPr>
          <p:cNvSpPr txBox="1"/>
          <p:nvPr/>
        </p:nvSpPr>
        <p:spPr>
          <a:xfrm>
            <a:off x="721894" y="3616818"/>
            <a:ext cx="571099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Variables selected Against Flux. All predictors were standardized to zero for scaling.  </a:t>
            </a:r>
          </a:p>
          <a:p>
            <a:pPr marL="285750" indent="-285750">
              <a:buFontTx/>
              <a:buChar char="-"/>
            </a:pPr>
            <a:r>
              <a:rPr lang="en-US" dirty="0"/>
              <a:t>Z star</a:t>
            </a:r>
          </a:p>
          <a:p>
            <a:pPr marL="285750" indent="-285750">
              <a:buFontTx/>
              <a:buChar char="-"/>
            </a:pPr>
            <a:r>
              <a:rPr lang="en-US" dirty="0"/>
              <a:t>Local Slope</a:t>
            </a:r>
          </a:p>
          <a:p>
            <a:pPr marL="285750" indent="-285750">
              <a:buFontTx/>
              <a:buChar char="-"/>
            </a:pPr>
            <a:r>
              <a:rPr lang="en-US" dirty="0"/>
              <a:t>Mean wind speed </a:t>
            </a:r>
          </a:p>
          <a:p>
            <a:pPr marL="285750" indent="-285750">
              <a:buFontTx/>
              <a:buChar char="-"/>
            </a:pPr>
            <a:r>
              <a:rPr lang="en-US" dirty="0"/>
              <a:t>Max gust </a:t>
            </a:r>
          </a:p>
          <a:p>
            <a:pPr marL="285750" indent="-285750">
              <a:buFontTx/>
              <a:buChar char="-"/>
            </a:pPr>
            <a:r>
              <a:rPr lang="en-US" dirty="0"/>
              <a:t>Distance from edge</a:t>
            </a:r>
          </a:p>
          <a:p>
            <a:pPr marL="285750" indent="-285750">
              <a:buFontTx/>
              <a:buChar char="-"/>
            </a:pP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1F9628B-6C64-F6B5-0500-AF68E494A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422" y="3616818"/>
            <a:ext cx="5233726" cy="230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4050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650E7-B5EB-C3F6-44B3-DE5471500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283D9-45D4-2FE0-6ECB-07AD27847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Appendices (Descriptive Data): Vegetation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2FEA1-9264-90A9-4FE1-B432BB70A3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5676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b="1" dirty="0"/>
              <a:t>Merged USGS and Thesis Vegetation data into one </a:t>
            </a:r>
            <a:r>
              <a:rPr lang="en-US" b="1" dirty="0" err="1"/>
              <a:t>dataframe</a:t>
            </a:r>
            <a:endParaRPr lang="en-US" b="1" dirty="0"/>
          </a:p>
          <a:p>
            <a:pPr lvl="1"/>
            <a:r>
              <a:rPr lang="en-US" dirty="0"/>
              <a:t>Includes average height, maximum height, percent cover (per majority species, and for S. pacifica (SAPA) and S. </a:t>
            </a:r>
            <a:r>
              <a:rPr lang="en-US" dirty="0" err="1"/>
              <a:t>foliosa</a:t>
            </a:r>
            <a:r>
              <a:rPr lang="en-US" dirty="0"/>
              <a:t> (SPFO) 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Only includes sediment data from the day of Winter and Summer Collections</a:t>
            </a:r>
          </a:p>
          <a:p>
            <a:r>
              <a:rPr lang="en-US" dirty="0"/>
              <a:t>Idea is to see if I can have an image with marsh profile and vegetation in one graph, such as the </a:t>
            </a:r>
            <a:r>
              <a:rPr lang="en-US" dirty="0" err="1"/>
              <a:t>Echiejile</a:t>
            </a:r>
            <a:r>
              <a:rPr lang="en-US" dirty="0"/>
              <a:t> 2025 (Time dependence of sediment accretion rates: Short- and long-term variability in an urban tidal marsh).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832261-D5EA-1DDA-28F0-A408CE743E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0945" y="1480769"/>
            <a:ext cx="5234106" cy="4392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619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CAAD6-61C1-2300-2E1A-535C77998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3439E7B-1209-C36E-C8AA-60B925D41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Appendices (Descriptive Data): Wind Direction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DD3CF05-1033-5F10-ED03-2651C114977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886074" y="1397001"/>
            <a:ext cx="6619875" cy="5295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4388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62EA8-72DB-29C9-70AD-277FA7963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AC1C78C-F114-9F03-CABB-D1F643B2F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Appendices (Descriptive Data): Wind Direction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92C93C1-B35A-EFBF-A16F-4E639ADB4BF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0325" y="1351438"/>
            <a:ext cx="6581776" cy="5265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021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DFE0F-2DDF-9C48-E67B-1E4CD0B7C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33E62B1-48AB-68EA-CB4F-5AB9099C1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425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Appendices (Descriptive Data): Wind Direction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8941919-1DF5-6728-17D0-5F1E0900DDF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400" y="1767921"/>
            <a:ext cx="4400550" cy="44005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364580-F88B-1990-D4B7-7AAC60649506}"/>
              </a:ext>
            </a:extLst>
          </p:cNvPr>
          <p:cNvSpPr txBox="1"/>
          <p:nvPr/>
        </p:nvSpPr>
        <p:spPr>
          <a:xfrm>
            <a:off x="4495800" y="1325563"/>
            <a:ext cx="2990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July-October 2025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AB29286-2DDD-2F18-5B92-1628567F20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25" y="1767921"/>
            <a:ext cx="4400550" cy="4400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0838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7B4E1-154F-A649-2990-27AC8043E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466028A-B6AE-4168-08E8-7C914C231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425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Appendices (Descriptive Data): Wind Direction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4C15FACB-80DB-3369-38CB-508717602E7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758" y="1760260"/>
            <a:ext cx="4674274" cy="467427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7744FFD-0BD5-B498-C937-661589C1A6F9}"/>
              </a:ext>
            </a:extLst>
          </p:cNvPr>
          <p:cNvSpPr txBox="1"/>
          <p:nvPr/>
        </p:nvSpPr>
        <p:spPr>
          <a:xfrm>
            <a:off x="4495800" y="1390928"/>
            <a:ext cx="2990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May-August 2026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F2DFB9-07CD-5B8A-A5BD-27032714F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3267" y="1760261"/>
            <a:ext cx="4183340" cy="4183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2889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4C7567C2-EA05-EA38-EF7F-4F82C1F9E5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76419" y="2162899"/>
            <a:ext cx="5162720" cy="325449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26B37FA-9DE5-3D3E-5230-48ABA774FB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71" y="2162899"/>
            <a:ext cx="5460929" cy="3428650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882C92FD-D86D-90B4-81AA-98FAAE246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Appendices (Descriptive Data): Wind Speed</a:t>
            </a:r>
          </a:p>
        </p:txBody>
      </p:sp>
    </p:spTree>
    <p:extLst>
      <p:ext uri="{BB962C8B-B14F-4D97-AF65-F5344CB8AC3E}">
        <p14:creationId xmlns:p14="http://schemas.microsoft.com/office/powerpoint/2010/main" val="14051366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88601-E465-1B77-5DFB-E21827DA4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Appendices (Descriptive Data): Slope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941BF4-9E9F-5C22-FA4A-AD297C6EAE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5240" y="2406770"/>
            <a:ext cx="4965746" cy="3001992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EFE12E2-1EED-6518-94C9-AB0F5F088D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38408" y="2457746"/>
            <a:ext cx="4832664" cy="31005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C8B9F9-8670-9659-A378-8E86907B9F4D}"/>
              </a:ext>
            </a:extLst>
          </p:cNvPr>
          <p:cNvSpPr txBox="1"/>
          <p:nvPr/>
        </p:nvSpPr>
        <p:spPr>
          <a:xfrm>
            <a:off x="1035170" y="1621766"/>
            <a:ext cx="30192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Local Slope</a:t>
            </a:r>
          </a:p>
        </p:txBody>
      </p:sp>
    </p:spTree>
    <p:extLst>
      <p:ext uri="{BB962C8B-B14F-4D97-AF65-F5344CB8AC3E}">
        <p14:creationId xmlns:p14="http://schemas.microsoft.com/office/powerpoint/2010/main" val="31007683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DB5F5-8191-57F8-0EB5-A3BECADF3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E6846-7F90-41CF-AB87-E4E17A756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Appendices (Descriptive Data): Elevation Profile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B62FE9-BE28-E814-3362-D04504F36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28"/>
          <a:stretch>
            <a:fillRect/>
          </a:stretch>
        </p:blipFill>
        <p:spPr>
          <a:xfrm>
            <a:off x="0" y="2658913"/>
            <a:ext cx="5916231" cy="31862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9BEF38C-8DD8-0242-73CB-3542E5DA72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14" r="770"/>
          <a:stretch>
            <a:fillRect/>
          </a:stretch>
        </p:blipFill>
        <p:spPr>
          <a:xfrm>
            <a:off x="6096000" y="2570647"/>
            <a:ext cx="5950250" cy="31862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59984F5-70D9-812F-90FE-1F2FAF1A0BFF}"/>
              </a:ext>
            </a:extLst>
          </p:cNvPr>
          <p:cNvSpPr txBox="1"/>
          <p:nvPr/>
        </p:nvSpPr>
        <p:spPr>
          <a:xfrm>
            <a:off x="1869211" y="2012582"/>
            <a:ext cx="3212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Ramped Sites </a:t>
            </a:r>
          </a:p>
          <a:p>
            <a:pPr algn="ctr"/>
            <a:r>
              <a:rPr lang="en-US" sz="1400" b="1" dirty="0"/>
              <a:t>(San Pablo and Buck’s Landing)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06DF8C-8A46-E58E-A72D-FAE9A6358388}"/>
              </a:ext>
            </a:extLst>
          </p:cNvPr>
          <p:cNvSpPr txBox="1"/>
          <p:nvPr/>
        </p:nvSpPr>
        <p:spPr>
          <a:xfrm>
            <a:off x="7922079" y="1913190"/>
            <a:ext cx="3212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Scarped Sites</a:t>
            </a:r>
          </a:p>
          <a:p>
            <a:pPr algn="ctr"/>
            <a:r>
              <a:rPr lang="en-US" sz="1400" b="1" dirty="0"/>
              <a:t>(Corte Madera and Buck’s Landing)</a:t>
            </a:r>
          </a:p>
        </p:txBody>
      </p:sp>
    </p:spTree>
    <p:extLst>
      <p:ext uri="{BB962C8B-B14F-4D97-AF65-F5344CB8AC3E}">
        <p14:creationId xmlns:p14="http://schemas.microsoft.com/office/powerpoint/2010/main" val="11113950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505</TotalTime>
  <Words>601</Words>
  <Application>Microsoft Office PowerPoint</Application>
  <PresentationFormat>Widescreen</PresentationFormat>
  <Paragraphs>66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Initial Results Check-In </vt:lpstr>
      <vt:lpstr>Summary-Sediment and Abiotic Variables</vt:lpstr>
      <vt:lpstr>RQ # 1-Does marsh edge matter for sediment deposition?</vt:lpstr>
      <vt:lpstr>RQ # 1-Does marsh edge matter for sediment deposition?</vt:lpstr>
      <vt:lpstr>RQ # 1-Does marsh edge matter for sediment deposition?</vt:lpstr>
      <vt:lpstr>RQ # 1-Does marsh edge matter for sediment deposition?</vt:lpstr>
      <vt:lpstr>RQ #2: Do rates of sediment deposition change over time at the same edge type?</vt:lpstr>
      <vt:lpstr>RQ #2: Do rates of sediment deposition change over time at the same edge type?</vt:lpstr>
      <vt:lpstr>RQ #2: 2022/2023 Bay and Channel Transects</vt:lpstr>
      <vt:lpstr>RQ #2: Do rates of sediment deposition change over time at the same edge type?</vt:lpstr>
      <vt:lpstr>RQ# 3: Do inter-marsh variables explain more of the differences between sediment deposition? </vt:lpstr>
      <vt:lpstr>Appendices (Descriptive Data): Vegetation</vt:lpstr>
      <vt:lpstr>Appendices (Descriptive Data): Wind Direction</vt:lpstr>
      <vt:lpstr>Appendices (Descriptive Data): Wind Direction</vt:lpstr>
      <vt:lpstr>Appendices (Descriptive Data): Wind Direction</vt:lpstr>
      <vt:lpstr>Appendices (Descriptive Data): Wind Direction</vt:lpstr>
      <vt:lpstr>Appendices (Descriptive Data): Wind Speed</vt:lpstr>
      <vt:lpstr>Appendices (Descriptive Data): Slope</vt:lpstr>
      <vt:lpstr>Appendices (Descriptive Data): Elevation Profile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Savannah Karin Miller</dc:creator>
  <cp:lastModifiedBy>Savannah Karin Miller</cp:lastModifiedBy>
  <cp:revision>1</cp:revision>
  <dcterms:created xsi:type="dcterms:W3CDTF">2026-08-11T19:20:05Z</dcterms:created>
  <dcterms:modified xsi:type="dcterms:W3CDTF">2026-08-20T05:45:12Z</dcterms:modified>
</cp:coreProperties>
</file>