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62" r:id="rId6"/>
    <p:sldId id="265" r:id="rId7"/>
    <p:sldId id="269" r:id="rId8"/>
    <p:sldId id="258" r:id="rId9"/>
    <p:sldId id="268" r:id="rId10"/>
    <p:sldId id="263" r:id="rId11"/>
    <p:sldId id="267" r:id="rId12"/>
    <p:sldId id="266" r:id="rId13"/>
    <p:sldId id="259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39C58B-65A5-4A8D-9A3B-6122693E2276}" v="6" dt="2026-08-12T18:39:58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vannah Karin Miller" userId="22c948fc-cece-4b89-9db3-f9f8a6b29aef" providerId="ADAL" clId="{39DE2C0E-7095-495B-81F3-37AFAFAFC50B}"/>
    <pc:docChg chg="custSel addSld modSld sldOrd">
      <pc:chgData name="Savannah Karin Miller" userId="22c948fc-cece-4b89-9db3-f9f8a6b29aef" providerId="ADAL" clId="{39DE2C0E-7095-495B-81F3-37AFAFAFC50B}" dt="2026-08-12T18:43:02.906" v="961" actId="14100"/>
      <pc:docMkLst>
        <pc:docMk/>
      </pc:docMkLst>
      <pc:sldChg chg="modSp mod">
        <pc:chgData name="Savannah Karin Miller" userId="22c948fc-cece-4b89-9db3-f9f8a6b29aef" providerId="ADAL" clId="{39DE2C0E-7095-495B-81F3-37AFAFAFC50B}" dt="2026-08-11T23:35:04.129" v="1" actId="20577"/>
        <pc:sldMkLst>
          <pc:docMk/>
          <pc:sldMk cId="1516950633" sldId="256"/>
        </pc:sldMkLst>
        <pc:spChg chg="mod">
          <ac:chgData name="Savannah Karin Miller" userId="22c948fc-cece-4b89-9db3-f9f8a6b29aef" providerId="ADAL" clId="{39DE2C0E-7095-495B-81F3-37AFAFAFC50B}" dt="2026-08-11T23:35:04.129" v="1" actId="20577"/>
          <ac:spMkLst>
            <pc:docMk/>
            <pc:sldMk cId="1516950633" sldId="256"/>
            <ac:spMk id="2" creationId="{0F264AD1-9945-A9DF-F99F-C4D1F74F1C2B}"/>
          </ac:spMkLst>
        </pc:spChg>
      </pc:sldChg>
      <pc:sldChg chg="addSp modSp mod">
        <pc:chgData name="Savannah Karin Miller" userId="22c948fc-cece-4b89-9db3-f9f8a6b29aef" providerId="ADAL" clId="{39DE2C0E-7095-495B-81F3-37AFAFAFC50B}" dt="2026-08-12T18:41:00.421" v="923" actId="208"/>
        <pc:sldMkLst>
          <pc:docMk/>
          <pc:sldMk cId="486066162" sldId="257"/>
        </pc:sldMkLst>
        <pc:spChg chg="add mod">
          <ac:chgData name="Savannah Karin Miller" userId="22c948fc-cece-4b89-9db3-f9f8a6b29aef" providerId="ADAL" clId="{39DE2C0E-7095-495B-81F3-37AFAFAFC50B}" dt="2026-08-12T18:41:00.421" v="923" actId="208"/>
          <ac:spMkLst>
            <pc:docMk/>
            <pc:sldMk cId="486066162" sldId="257"/>
            <ac:spMk id="4" creationId="{4A4D455F-EAF1-6D42-15C5-E97A88942A2D}"/>
          </ac:spMkLst>
        </pc:spChg>
      </pc:sldChg>
      <pc:sldChg chg="addSp modSp mod">
        <pc:chgData name="Savannah Karin Miller" userId="22c948fc-cece-4b89-9db3-f9f8a6b29aef" providerId="ADAL" clId="{39DE2C0E-7095-495B-81F3-37AFAFAFC50B}" dt="2026-08-12T18:43:02.906" v="961" actId="14100"/>
        <pc:sldMkLst>
          <pc:docMk/>
          <pc:sldMk cId="3601297150" sldId="258"/>
        </pc:sldMkLst>
        <pc:spChg chg="add mod">
          <ac:chgData name="Savannah Karin Miller" userId="22c948fc-cece-4b89-9db3-f9f8a6b29aef" providerId="ADAL" clId="{39DE2C0E-7095-495B-81F3-37AFAFAFC50B}" dt="2026-08-12T18:43:02.906" v="961" actId="14100"/>
          <ac:spMkLst>
            <pc:docMk/>
            <pc:sldMk cId="3601297150" sldId="258"/>
            <ac:spMk id="7" creationId="{81BCDE5C-904D-9ED6-7D4C-CA857E1441A9}"/>
          </ac:spMkLst>
        </pc:spChg>
        <pc:picChg chg="add mod">
          <ac:chgData name="Savannah Karin Miller" userId="22c948fc-cece-4b89-9db3-f9f8a6b29aef" providerId="ADAL" clId="{39DE2C0E-7095-495B-81F3-37AFAFAFC50B}" dt="2026-08-11T23:57:30.772" v="40" actId="1076"/>
          <ac:picMkLst>
            <pc:docMk/>
            <pc:sldMk cId="3601297150" sldId="258"/>
            <ac:picMk id="5" creationId="{F338051C-26BE-5AF1-2C7F-3A68BB20231D}"/>
          </ac:picMkLst>
        </pc:picChg>
        <pc:picChg chg="add mod">
          <ac:chgData name="Savannah Karin Miller" userId="22c948fc-cece-4b89-9db3-f9f8a6b29aef" providerId="ADAL" clId="{39DE2C0E-7095-495B-81F3-37AFAFAFC50B}" dt="2026-08-11T23:57:32.748" v="41" actId="1076"/>
          <ac:picMkLst>
            <pc:docMk/>
            <pc:sldMk cId="3601297150" sldId="258"/>
            <ac:picMk id="9" creationId="{6A57B441-C9F2-FAF3-340E-CE3C5F57E3BF}"/>
          </ac:picMkLst>
        </pc:picChg>
      </pc:sldChg>
      <pc:sldChg chg="modSp mod">
        <pc:chgData name="Savannah Karin Miller" userId="22c948fc-cece-4b89-9db3-f9f8a6b29aef" providerId="ADAL" clId="{39DE2C0E-7095-495B-81F3-37AFAFAFC50B}" dt="2026-08-12T18:13:11.463" v="231" actId="1076"/>
        <pc:sldMkLst>
          <pc:docMk/>
          <pc:sldMk cId="200294253" sldId="259"/>
        </pc:sldMkLst>
        <pc:picChg chg="mod">
          <ac:chgData name="Savannah Karin Miller" userId="22c948fc-cece-4b89-9db3-f9f8a6b29aef" providerId="ADAL" clId="{39DE2C0E-7095-495B-81F3-37AFAFAFC50B}" dt="2026-08-12T18:13:11.463" v="231" actId="1076"/>
          <ac:picMkLst>
            <pc:docMk/>
            <pc:sldMk cId="200294253" sldId="259"/>
            <ac:picMk id="7" creationId="{20941BF4-9E9F-5C22-FA4A-AD297C6EAEB7}"/>
          </ac:picMkLst>
        </pc:picChg>
        <pc:picChg chg="mod">
          <ac:chgData name="Savannah Karin Miller" userId="22c948fc-cece-4b89-9db3-f9f8a6b29aef" providerId="ADAL" clId="{39DE2C0E-7095-495B-81F3-37AFAFAFC50B}" dt="2026-08-12T18:13:05.112" v="229" actId="1076"/>
          <ac:picMkLst>
            <pc:docMk/>
            <pc:sldMk cId="200294253" sldId="259"/>
            <ac:picMk id="11" creationId="{DEFE12E2-1EED-6518-94C9-AB0F5F088D46}"/>
          </ac:picMkLst>
        </pc:picChg>
      </pc:sldChg>
      <pc:sldChg chg="addSp delSp modSp mod ord">
        <pc:chgData name="Savannah Karin Miller" userId="22c948fc-cece-4b89-9db3-f9f8a6b29aef" providerId="ADAL" clId="{39DE2C0E-7095-495B-81F3-37AFAFAFC50B}" dt="2026-08-12T18:42:06.810" v="927"/>
        <pc:sldMkLst>
          <pc:docMk/>
          <pc:sldMk cId="149973421" sldId="261"/>
        </pc:sldMkLst>
        <pc:spChg chg="mod">
          <ac:chgData name="Savannah Karin Miller" userId="22c948fc-cece-4b89-9db3-f9f8a6b29aef" providerId="ADAL" clId="{39DE2C0E-7095-495B-81F3-37AFAFAFC50B}" dt="2026-08-12T14:41:15.870" v="205" actId="20577"/>
          <ac:spMkLst>
            <pc:docMk/>
            <pc:sldMk cId="149973421" sldId="261"/>
            <ac:spMk id="3" creationId="{2802FEA1-9264-90A9-4FE1-B432BB70A3C3}"/>
          </ac:spMkLst>
        </pc:spChg>
        <pc:picChg chg="add del mod">
          <ac:chgData name="Savannah Karin Miller" userId="22c948fc-cece-4b89-9db3-f9f8a6b29aef" providerId="ADAL" clId="{39DE2C0E-7095-495B-81F3-37AFAFAFC50B}" dt="2026-08-12T14:37:43.505" v="180" actId="478"/>
          <ac:picMkLst>
            <pc:docMk/>
            <pc:sldMk cId="149973421" sldId="261"/>
            <ac:picMk id="5" creationId="{D4CACD47-B1B8-8384-4D2C-EA7CA8A6D703}"/>
          </ac:picMkLst>
        </pc:picChg>
        <pc:picChg chg="add mod">
          <ac:chgData name="Savannah Karin Miller" userId="22c948fc-cece-4b89-9db3-f9f8a6b29aef" providerId="ADAL" clId="{39DE2C0E-7095-495B-81F3-37AFAFAFC50B}" dt="2026-08-12T14:41:09.339" v="200" actId="14100"/>
          <ac:picMkLst>
            <pc:docMk/>
            <pc:sldMk cId="149973421" sldId="261"/>
            <ac:picMk id="7" creationId="{F7832261-D5EA-1DDA-28F0-A408CE743E91}"/>
          </ac:picMkLst>
        </pc:picChg>
      </pc:sldChg>
      <pc:sldChg chg="modSp mod">
        <pc:chgData name="Savannah Karin Miller" userId="22c948fc-cece-4b89-9db3-f9f8a6b29aef" providerId="ADAL" clId="{39DE2C0E-7095-495B-81F3-37AFAFAFC50B}" dt="2026-08-12T18:42:32.101" v="937" actId="20577"/>
        <pc:sldMkLst>
          <pc:docMk/>
          <pc:sldMk cId="3122654857" sldId="262"/>
        </pc:sldMkLst>
        <pc:spChg chg="mod">
          <ac:chgData name="Savannah Karin Miller" userId="22c948fc-cece-4b89-9db3-f9f8a6b29aef" providerId="ADAL" clId="{39DE2C0E-7095-495B-81F3-37AFAFAFC50B}" dt="2026-08-12T18:42:21.973" v="929" actId="27636"/>
          <ac:spMkLst>
            <pc:docMk/>
            <pc:sldMk cId="3122654857" sldId="262"/>
            <ac:spMk id="4" creationId="{05F9DC8A-ACD6-5238-758A-7ED21C144792}"/>
          </ac:spMkLst>
        </pc:spChg>
        <pc:spChg chg="mod">
          <ac:chgData name="Savannah Karin Miller" userId="22c948fc-cece-4b89-9db3-f9f8a6b29aef" providerId="ADAL" clId="{39DE2C0E-7095-495B-81F3-37AFAFAFC50B}" dt="2026-08-12T18:42:32.101" v="937" actId="20577"/>
          <ac:spMkLst>
            <pc:docMk/>
            <pc:sldMk cId="3122654857" sldId="262"/>
            <ac:spMk id="18" creationId="{E44AC3B8-9932-F4CB-79C4-EFED9DE79173}"/>
          </ac:spMkLst>
        </pc:spChg>
      </pc:sldChg>
      <pc:sldChg chg="addSp modSp mod">
        <pc:chgData name="Savannah Karin Miller" userId="22c948fc-cece-4b89-9db3-f9f8a6b29aef" providerId="ADAL" clId="{39DE2C0E-7095-495B-81F3-37AFAFAFC50B}" dt="2026-08-12T18:11:53.547" v="217" actId="1076"/>
        <pc:sldMkLst>
          <pc:docMk/>
          <pc:sldMk cId="208134061" sldId="263"/>
        </pc:sldMkLst>
        <pc:spChg chg="add mod">
          <ac:chgData name="Savannah Karin Miller" userId="22c948fc-cece-4b89-9db3-f9f8a6b29aef" providerId="ADAL" clId="{39DE2C0E-7095-495B-81F3-37AFAFAFC50B}" dt="2026-08-12T18:11:11.882" v="211" actId="20577"/>
          <ac:spMkLst>
            <pc:docMk/>
            <pc:sldMk cId="208134061" sldId="263"/>
            <ac:spMk id="5" creationId="{1189753E-A42E-72E0-A9C6-C40CD033851D}"/>
          </ac:spMkLst>
        </pc:spChg>
        <pc:picChg chg="add mod">
          <ac:chgData name="Savannah Karin Miller" userId="22c948fc-cece-4b89-9db3-f9f8a6b29aef" providerId="ADAL" clId="{39DE2C0E-7095-495B-81F3-37AFAFAFC50B}" dt="2026-08-12T18:11:53.547" v="217" actId="1076"/>
          <ac:picMkLst>
            <pc:docMk/>
            <pc:sldMk cId="208134061" sldId="263"/>
            <ac:picMk id="6" creationId="{B5BE7D8A-5473-F3D7-B2D0-5A3A59964672}"/>
          </ac:picMkLst>
        </pc:picChg>
        <pc:picChg chg="add mod">
          <ac:chgData name="Savannah Karin Miller" userId="22c948fc-cece-4b89-9db3-f9f8a6b29aef" providerId="ADAL" clId="{39DE2C0E-7095-495B-81F3-37AFAFAFC50B}" dt="2026-08-11T23:50:45.055" v="27" actId="14100"/>
          <ac:picMkLst>
            <pc:docMk/>
            <pc:sldMk cId="208134061" sldId="263"/>
            <ac:picMk id="7" creationId="{14AC3AB3-808C-DD20-B0F7-3D785AB4ED9B}"/>
          </ac:picMkLst>
        </pc:picChg>
      </pc:sldChg>
      <pc:sldChg chg="addSp delSp modSp mod">
        <pc:chgData name="Savannah Karin Miller" userId="22c948fc-cece-4b89-9db3-f9f8a6b29aef" providerId="ADAL" clId="{39DE2C0E-7095-495B-81F3-37AFAFAFC50B}" dt="2026-08-12T18:33:59.799" v="624" actId="1076"/>
        <pc:sldMkLst>
          <pc:docMk/>
          <pc:sldMk cId="4265405073" sldId="264"/>
        </pc:sldMkLst>
        <pc:spChg chg="mod">
          <ac:chgData name="Savannah Karin Miller" userId="22c948fc-cece-4b89-9db3-f9f8a6b29aef" providerId="ADAL" clId="{39DE2C0E-7095-495B-81F3-37AFAFAFC50B}" dt="2026-08-12T18:33:30.114" v="617" actId="20577"/>
          <ac:spMkLst>
            <pc:docMk/>
            <pc:sldMk cId="4265405073" sldId="264"/>
            <ac:spMk id="3" creationId="{C4ECD0D9-3B51-472D-0D3E-261F09ED8465}"/>
          </ac:spMkLst>
        </pc:spChg>
        <pc:spChg chg="add mod">
          <ac:chgData name="Savannah Karin Miller" userId="22c948fc-cece-4b89-9db3-f9f8a6b29aef" providerId="ADAL" clId="{39DE2C0E-7095-495B-81F3-37AFAFAFC50B}" dt="2026-08-12T18:33:59.799" v="624" actId="1076"/>
          <ac:spMkLst>
            <pc:docMk/>
            <pc:sldMk cId="4265405073" sldId="264"/>
            <ac:spMk id="4" creationId="{113E0892-5338-514C-60B8-756FC7E8B649}"/>
          </ac:spMkLst>
        </pc:spChg>
        <pc:picChg chg="del mod">
          <ac:chgData name="Savannah Karin Miller" userId="22c948fc-cece-4b89-9db3-f9f8a6b29aef" providerId="ADAL" clId="{39DE2C0E-7095-495B-81F3-37AFAFAFC50B}" dt="2026-08-12T18:24:03.035" v="381" actId="478"/>
          <ac:picMkLst>
            <pc:docMk/>
            <pc:sldMk cId="4265405073" sldId="264"/>
            <ac:picMk id="5" creationId="{51829DA9-6DD1-9A17-65C8-4FAF156D442A}"/>
          </ac:picMkLst>
        </pc:picChg>
        <pc:picChg chg="del">
          <ac:chgData name="Savannah Karin Miller" userId="22c948fc-cece-4b89-9db3-f9f8a6b29aef" providerId="ADAL" clId="{39DE2C0E-7095-495B-81F3-37AFAFAFC50B}" dt="2026-08-12T18:14:55.275" v="232" actId="478"/>
          <ac:picMkLst>
            <pc:docMk/>
            <pc:sldMk cId="4265405073" sldId="264"/>
            <ac:picMk id="7" creationId="{D1A888EB-7CDE-B508-FD8E-C1AD5CAE6134}"/>
          </ac:picMkLst>
        </pc:picChg>
        <pc:picChg chg="add mod">
          <ac:chgData name="Savannah Karin Miller" userId="22c948fc-cece-4b89-9db3-f9f8a6b29aef" providerId="ADAL" clId="{39DE2C0E-7095-495B-81F3-37AFAFAFC50B}" dt="2026-08-12T18:33:51.144" v="622" actId="1076"/>
          <ac:picMkLst>
            <pc:docMk/>
            <pc:sldMk cId="4265405073" sldId="264"/>
            <ac:picMk id="8" creationId="{91F9628B-6C64-F6B5-0500-AF68E494AA82}"/>
          </ac:picMkLst>
        </pc:picChg>
      </pc:sldChg>
      <pc:sldChg chg="modSp mod">
        <pc:chgData name="Savannah Karin Miller" userId="22c948fc-cece-4b89-9db3-f9f8a6b29aef" providerId="ADAL" clId="{39DE2C0E-7095-495B-81F3-37AFAFAFC50B}" dt="2026-08-12T18:42:43.288" v="940" actId="20577"/>
        <pc:sldMkLst>
          <pc:docMk/>
          <pc:sldMk cId="4201830709" sldId="265"/>
        </pc:sldMkLst>
        <pc:spChg chg="mod">
          <ac:chgData name="Savannah Karin Miller" userId="22c948fc-cece-4b89-9db3-f9f8a6b29aef" providerId="ADAL" clId="{39DE2C0E-7095-495B-81F3-37AFAFAFC50B}" dt="2026-08-12T18:42:43.288" v="940" actId="20577"/>
          <ac:spMkLst>
            <pc:docMk/>
            <pc:sldMk cId="4201830709" sldId="265"/>
            <ac:spMk id="19" creationId="{9464B4DA-DFE6-F7E0-83B5-E49166A4FB92}"/>
          </ac:spMkLst>
        </pc:spChg>
      </pc:sldChg>
      <pc:sldChg chg="modSp mod">
        <pc:chgData name="Savannah Karin Miller" userId="22c948fc-cece-4b89-9db3-f9f8a6b29aef" providerId="ADAL" clId="{39DE2C0E-7095-495B-81F3-37AFAFAFC50B}" dt="2026-08-12T18:12:58.573" v="227" actId="1076"/>
        <pc:sldMkLst>
          <pc:docMk/>
          <pc:sldMk cId="1052528304" sldId="266"/>
        </pc:sldMkLst>
        <pc:picChg chg="mod">
          <ac:chgData name="Savannah Karin Miller" userId="22c948fc-cece-4b89-9db3-f9f8a6b29aef" providerId="ADAL" clId="{39DE2C0E-7095-495B-81F3-37AFAFAFC50B}" dt="2026-08-12T18:12:50.547" v="225" actId="1076"/>
          <ac:picMkLst>
            <pc:docMk/>
            <pc:sldMk cId="1052528304" sldId="266"/>
            <ac:picMk id="13" creationId="{4C7567C2-EA05-EA38-EF7F-4F82C1F9E5D1}"/>
          </ac:picMkLst>
        </pc:picChg>
        <pc:picChg chg="mod">
          <ac:chgData name="Savannah Karin Miller" userId="22c948fc-cece-4b89-9db3-f9f8a6b29aef" providerId="ADAL" clId="{39DE2C0E-7095-495B-81F3-37AFAFAFC50B}" dt="2026-08-12T18:12:58.573" v="227" actId="1076"/>
          <ac:picMkLst>
            <pc:docMk/>
            <pc:sldMk cId="1052528304" sldId="266"/>
            <ac:picMk id="17" creationId="{726B37FA-9DE5-3D3E-5230-48ABA774FB4D}"/>
          </ac:picMkLst>
        </pc:picChg>
      </pc:sldChg>
      <pc:sldChg chg="addSp delSp modSp add mod">
        <pc:chgData name="Savannah Karin Miller" userId="22c948fc-cece-4b89-9db3-f9f8a6b29aef" providerId="ADAL" clId="{39DE2C0E-7095-495B-81F3-37AFAFAFC50B}" dt="2026-08-12T18:12:11.679" v="222" actId="1076"/>
        <pc:sldMkLst>
          <pc:docMk/>
          <pc:sldMk cId="1399441668" sldId="268"/>
        </pc:sldMkLst>
        <pc:spChg chg="mod">
          <ac:chgData name="Savannah Karin Miller" userId="22c948fc-cece-4b89-9db3-f9f8a6b29aef" providerId="ADAL" clId="{39DE2C0E-7095-495B-81F3-37AFAFAFC50B}" dt="2026-08-12T18:12:11.679" v="222" actId="1076"/>
          <ac:spMkLst>
            <pc:docMk/>
            <pc:sldMk cId="1399441668" sldId="268"/>
            <ac:spMk id="7" creationId="{49B09ACB-BE6D-7FFE-59B6-D654D93F4B1C}"/>
          </ac:spMkLst>
        </pc:spChg>
        <pc:picChg chg="del">
          <ac:chgData name="Savannah Karin Miller" userId="22c948fc-cece-4b89-9db3-f9f8a6b29aef" providerId="ADAL" clId="{39DE2C0E-7095-495B-81F3-37AFAFAFC50B}" dt="2026-08-12T00:04:40.012" v="44" actId="478"/>
          <ac:picMkLst>
            <pc:docMk/>
            <pc:sldMk cId="1399441668" sldId="268"/>
            <ac:picMk id="5" creationId="{6C0D3F00-3788-51BC-3DF3-FA91732D8197}"/>
          </ac:picMkLst>
        </pc:picChg>
        <pc:picChg chg="add mod">
          <ac:chgData name="Savannah Karin Miller" userId="22c948fc-cece-4b89-9db3-f9f8a6b29aef" providerId="ADAL" clId="{39DE2C0E-7095-495B-81F3-37AFAFAFC50B}" dt="2026-08-12T00:04:54.173" v="50" actId="1076"/>
          <ac:picMkLst>
            <pc:docMk/>
            <pc:sldMk cId="1399441668" sldId="268"/>
            <ac:picMk id="6" creationId="{B065BFEF-E75D-6D8C-C05E-070227D70229}"/>
          </ac:picMkLst>
        </pc:picChg>
        <pc:picChg chg="del">
          <ac:chgData name="Savannah Karin Miller" userId="22c948fc-cece-4b89-9db3-f9f8a6b29aef" providerId="ADAL" clId="{39DE2C0E-7095-495B-81F3-37AFAFAFC50B}" dt="2026-08-11T23:57:40.291" v="43" actId="478"/>
          <ac:picMkLst>
            <pc:docMk/>
            <pc:sldMk cId="1399441668" sldId="268"/>
            <ac:picMk id="9" creationId="{AF96B373-C10F-7310-2CA2-304CFFF0823E}"/>
          </ac:picMkLst>
        </pc:picChg>
        <pc:picChg chg="add mod">
          <ac:chgData name="Savannah Karin Miller" userId="22c948fc-cece-4b89-9db3-f9f8a6b29aef" providerId="ADAL" clId="{39DE2C0E-7095-495B-81F3-37AFAFAFC50B}" dt="2026-08-12T00:06:23.426" v="54" actId="14100"/>
          <ac:picMkLst>
            <pc:docMk/>
            <pc:sldMk cId="1399441668" sldId="268"/>
            <ac:picMk id="10" creationId="{38F1AAAC-9CFC-05B1-0777-AB82F74D5F61}"/>
          </ac:picMkLst>
        </pc:picChg>
      </pc:sldChg>
      <pc:sldChg chg="addSp delSp modSp add mod">
        <pc:chgData name="Savannah Karin Miller" userId="22c948fc-cece-4b89-9db3-f9f8a6b29aef" providerId="ADAL" clId="{39DE2C0E-7095-495B-81F3-37AFAFAFC50B}" dt="2026-08-12T18:39:44.651" v="807" actId="1076"/>
        <pc:sldMkLst>
          <pc:docMk/>
          <pc:sldMk cId="214890209" sldId="269"/>
        </pc:sldMkLst>
        <pc:spChg chg="add del mod">
          <ac:chgData name="Savannah Karin Miller" userId="22c948fc-cece-4b89-9db3-f9f8a6b29aef" providerId="ADAL" clId="{39DE2C0E-7095-495B-81F3-37AFAFAFC50B}" dt="2026-08-12T18:36:14.557" v="628" actId="22"/>
          <ac:spMkLst>
            <pc:docMk/>
            <pc:sldMk cId="214890209" sldId="269"/>
            <ac:spMk id="4" creationId="{83CB0524-0B82-574B-0913-8617E2C4A4E6}"/>
          </ac:spMkLst>
        </pc:spChg>
        <pc:spChg chg="add del mod">
          <ac:chgData name="Savannah Karin Miller" userId="22c948fc-cece-4b89-9db3-f9f8a6b29aef" providerId="ADAL" clId="{39DE2C0E-7095-495B-81F3-37AFAFAFC50B}" dt="2026-08-12T18:36:50.986" v="630" actId="22"/>
          <ac:spMkLst>
            <pc:docMk/>
            <pc:sldMk cId="214890209" sldId="269"/>
            <ac:spMk id="6" creationId="{16DEB5C9-38E0-39DF-0398-D3AF9F512657}"/>
          </ac:spMkLst>
        </pc:spChg>
        <pc:spChg chg="add mod">
          <ac:chgData name="Savannah Karin Miller" userId="22c948fc-cece-4b89-9db3-f9f8a6b29aef" providerId="ADAL" clId="{39DE2C0E-7095-495B-81F3-37AFAFAFC50B}" dt="2026-08-12T18:39:44.651" v="807" actId="1076"/>
          <ac:spMkLst>
            <pc:docMk/>
            <pc:sldMk cId="214890209" sldId="269"/>
            <ac:spMk id="16" creationId="{1FAD9F62-AE46-00F1-9A42-F503D5A30586}"/>
          </ac:spMkLst>
        </pc:spChg>
        <pc:spChg chg="mod">
          <ac:chgData name="Savannah Karin Miller" userId="22c948fc-cece-4b89-9db3-f9f8a6b29aef" providerId="ADAL" clId="{39DE2C0E-7095-495B-81F3-37AFAFAFC50B}" dt="2026-08-12T18:39:05.514" v="796" actId="1076"/>
          <ac:spMkLst>
            <pc:docMk/>
            <pc:sldMk cId="214890209" sldId="269"/>
            <ac:spMk id="17" creationId="{4EB98CC4-6474-69BA-B57B-1FCDF0E15445}"/>
          </ac:spMkLst>
        </pc:spChg>
        <pc:spChg chg="del">
          <ac:chgData name="Savannah Karin Miller" userId="22c948fc-cece-4b89-9db3-f9f8a6b29aef" providerId="ADAL" clId="{39DE2C0E-7095-495B-81F3-37AFAFAFC50B}" dt="2026-08-12T18:36:56.901" v="632" actId="478"/>
          <ac:spMkLst>
            <pc:docMk/>
            <pc:sldMk cId="214890209" sldId="269"/>
            <ac:spMk id="19" creationId="{0881FDFC-988A-BC64-C2E0-D1185F54D9F9}"/>
          </ac:spMkLst>
        </pc:spChg>
        <pc:spChg chg="add mod">
          <ac:chgData name="Savannah Karin Miller" userId="22c948fc-cece-4b89-9db3-f9f8a6b29aef" providerId="ADAL" clId="{39DE2C0E-7095-495B-81F3-37AFAFAFC50B}" dt="2026-08-12T18:39:27.168" v="802" actId="1076"/>
          <ac:spMkLst>
            <pc:docMk/>
            <pc:sldMk cId="214890209" sldId="269"/>
            <ac:spMk id="20" creationId="{E1552378-61BB-8482-B803-E8E7C5FA118D}"/>
          </ac:spMkLst>
        </pc:spChg>
        <pc:picChg chg="add mod ord">
          <ac:chgData name="Savannah Karin Miller" userId="22c948fc-cece-4b89-9db3-f9f8a6b29aef" providerId="ADAL" clId="{39DE2C0E-7095-495B-81F3-37AFAFAFC50B}" dt="2026-08-12T18:39:40.634" v="806" actId="1076"/>
          <ac:picMkLst>
            <pc:docMk/>
            <pc:sldMk cId="214890209" sldId="269"/>
            <ac:picMk id="10" creationId="{27444A21-EF9E-DA55-031A-BF4D1D95AA1C}"/>
          </ac:picMkLst>
        </pc:picChg>
        <pc:picChg chg="add mod ord">
          <ac:chgData name="Savannah Karin Miller" userId="22c948fc-cece-4b89-9db3-f9f8a6b29aef" providerId="ADAL" clId="{39DE2C0E-7095-495B-81F3-37AFAFAFC50B}" dt="2026-08-12T18:39:30.303" v="803" actId="14100"/>
          <ac:picMkLst>
            <pc:docMk/>
            <pc:sldMk cId="214890209" sldId="269"/>
            <ac:picMk id="12" creationId="{C7CB1A22-F94B-B8CD-B067-182F02E62E01}"/>
          </ac:picMkLst>
        </pc:picChg>
        <pc:picChg chg="del">
          <ac:chgData name="Savannah Karin Miller" userId="22c948fc-cece-4b89-9db3-f9f8a6b29aef" providerId="ADAL" clId="{39DE2C0E-7095-495B-81F3-37AFAFAFC50B}" dt="2026-08-12T18:34:25.209" v="626" actId="478"/>
          <ac:picMkLst>
            <pc:docMk/>
            <pc:sldMk cId="214890209" sldId="269"/>
            <ac:picMk id="13" creationId="{A1D42737-9687-B840-5D99-F6D648EE654D}"/>
          </ac:picMkLst>
        </pc:picChg>
        <pc:picChg chg="del">
          <ac:chgData name="Savannah Karin Miller" userId="22c948fc-cece-4b89-9db3-f9f8a6b29aef" providerId="ADAL" clId="{39DE2C0E-7095-495B-81F3-37AFAFAFC50B}" dt="2026-08-12T18:34:26.795" v="627" actId="478"/>
          <ac:picMkLst>
            <pc:docMk/>
            <pc:sldMk cId="214890209" sldId="269"/>
            <ac:picMk id="15" creationId="{7CE25BC2-F317-B41A-5C4B-B5B0A5ACD0E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00114-2FE5-31B9-3911-EA112C03D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AF160D-5405-38F7-B434-595B2002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91775-3BA5-D9FF-A1A6-6B284CF75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4D1C8-F825-86EA-637B-2C8B8362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D46CE-9690-E0A9-EFB6-A213ACA6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74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213B5-C0C6-7A27-46E1-827F68AB1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6A1F0-7BBB-C8C3-838D-0A9CD5BBC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053FC-B568-E45C-6128-D0794B44E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A5BBE-2C04-3BE0-70C9-89CE2BE03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8D356-E682-D1D2-194F-E87C26C71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443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5FFF2-95FF-EDC9-293E-A1F6948F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5F1E5-D141-DB16-8378-9BCB39CE2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059C6-DA36-FDDB-0C1B-D03CB2C8B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B3BC7-8590-C60C-1CBA-B5EFFE8AF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375DF-B936-4C47-DA12-C5D8264C5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0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D8D65-8ED8-1988-ADBC-719680590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A77E0-32B0-636F-2862-8B838FD2A8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A759D-4251-CB60-89A0-CBC493B10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09C38-1943-0E77-DFEB-FE0D710C1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B42553-C090-11F4-CF5A-E21763E8E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CF77C-1E68-9021-F4D5-22FE0D3F0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03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7D234-DEA2-4E4D-A6A3-0A1D39629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41397-CDF0-B665-C49C-E2AADBE06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6A5F5-F5D1-A193-9F5E-54E8C3372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6DCAF-65DD-0BE9-5E54-C172E46C62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458302-8BBC-BDFD-A311-383C4B3A31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2D43F1-ADB3-2C66-3647-E7551BB2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F91DC5-FF26-D25D-53AE-599F1ADE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8773B9-6D78-2B62-F06B-9E4708B6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25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3F1B6-D970-30B2-C73B-C1BE1BAA1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B5DA22-E17C-46DB-97CA-0560F23B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CC244-2B3C-AD9C-30BF-6307977DA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9F1FE-FFC9-847A-D16B-9796CAC3E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64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60C8CC-6310-BE03-F518-B98C45E9C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856D02-48F1-50E7-1419-E69E2FEF6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8EDAE-23A2-205F-B78F-A20166110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00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80822-33AB-CC92-9EE7-4454D0B9A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3792D-0677-B5A7-860C-6A3E981B3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1ED90-C063-846D-2215-93728DE3D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5DFAC-72D4-2452-EC32-E2BDBE74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EC9AB-6ACA-655A-474F-7B79FE31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2D943-24F8-9012-2094-DE0A0CFF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08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8DD60-04C2-59AC-9C8E-4D226A16E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D029BC-8C77-7E3B-036A-F30317D1B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76A9DF-5A4D-C004-72F6-F92E6D913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6EA1A-2894-C285-0E27-59FA025DA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98E2F-6A3F-F922-D976-30B14B843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20E76-5ECE-C91C-6ECA-4AE7EC04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62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977C9-18F0-B6BD-5C56-2F92F0828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27B49-7A2B-B5A6-48D7-AC2557F92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08ABD-C009-5EA1-D66A-89045EE62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E1DB0-A2A8-825D-5DED-F44DC38F9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86528-DBBD-3FC7-20B4-9E1FD0C01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6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2A8F0E-7046-D59F-A3DB-5126BD7DC7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090D6-8EDF-4114-418F-4ACB8D100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A9F4F-5B2A-E645-906E-875C7070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5577-04C1-4DFE-9495-826892B2039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70069-32EF-6198-6F67-8926CE4E0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E3278-BE85-F5A5-0275-BBB080557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706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AB186-4480-D0CD-9FFA-7E59CB940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B78D5-3F0E-5A66-6131-4C3C0F067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685B7-5AB0-5F64-1B58-D5B9692148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125577-04C1-4DFE-9495-826892B20392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4D209-E433-DED0-5138-1C6E172A9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FF9E5-D403-B72D-46BC-0E0A42AFD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3C526C-EF73-4FE0-ACC3-3C29BF3B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52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64AD1-9945-A9DF-F99F-C4D1F74F1C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Initial Results Check-In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694CC-518D-B3E0-D13F-07C0E97451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50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78E77-2410-48D8-E204-60A734D8D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Summary-Sediment and Abiotic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931F0-4409-18B6-3C54-02E0CF904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Merged USGS and Thesis Sediment Deposition data into one </a:t>
            </a:r>
            <a:r>
              <a:rPr lang="en-US" b="1" dirty="0" err="1"/>
              <a:t>dataframe</a:t>
            </a:r>
            <a:r>
              <a:rPr lang="en-US" b="1" dirty="0"/>
              <a:t>! </a:t>
            </a:r>
          </a:p>
          <a:p>
            <a:pPr marL="0" indent="0">
              <a:buNone/>
            </a:pPr>
            <a:r>
              <a:rPr lang="en-US" dirty="0"/>
              <a:t>Thesis includes additional variables:</a:t>
            </a:r>
          </a:p>
          <a:p>
            <a:pPr lvl="1"/>
            <a:r>
              <a:rPr lang="en-US" dirty="0"/>
              <a:t>“local slope”</a:t>
            </a:r>
          </a:p>
          <a:p>
            <a:pPr lvl="2"/>
            <a:r>
              <a:rPr lang="en-US" dirty="0"/>
              <a:t>Extrapolated from marsh edge horizontal profile (June 2025) to the most recent RTK surveys of the transect (Nov. 2025-March 2025)</a:t>
            </a:r>
          </a:p>
          <a:p>
            <a:pPr lvl="1"/>
            <a:r>
              <a:rPr lang="en-US" dirty="0"/>
              <a:t>mean wind speed</a:t>
            </a:r>
          </a:p>
          <a:p>
            <a:pPr lvl="2"/>
            <a:r>
              <a:rPr lang="en-US" dirty="0"/>
              <a:t>Calculated per site, spanning time of Day filter was placed-Day filter was collected</a:t>
            </a:r>
          </a:p>
          <a:p>
            <a:pPr marL="0" indent="0">
              <a:buNone/>
            </a:pPr>
            <a:r>
              <a:rPr lang="en-US" dirty="0"/>
              <a:t>USGS includes additional variables and elements: </a:t>
            </a:r>
          </a:p>
          <a:p>
            <a:pPr lvl="1"/>
            <a:r>
              <a:rPr lang="en-US" dirty="0"/>
              <a:t>Bay (Transects A, B) and Channel (Transects C, D) incorporated in data frames</a:t>
            </a:r>
          </a:p>
          <a:p>
            <a:pPr lvl="1"/>
            <a:r>
              <a:rPr lang="en-US" dirty="0"/>
              <a:t>Calculated z* to pair with thesis measurements </a:t>
            </a:r>
          </a:p>
          <a:p>
            <a:pPr lvl="2"/>
            <a:r>
              <a:rPr lang="en-US" dirty="0"/>
              <a:t>Used same BCDC stations as Thesis for standardization </a:t>
            </a:r>
          </a:p>
          <a:p>
            <a:pPr marL="914400" lvl="2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524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650E7-B5EB-C3F6-44B3-DE5471500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283D9-45D4-2FE0-6ECB-07AD27847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Summary-Vegetation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2FEA1-9264-90A9-4FE1-B432BB70A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56760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Merged USGS and Thesis Vegetation data into one </a:t>
            </a:r>
            <a:r>
              <a:rPr lang="en-US" b="1" dirty="0" err="1"/>
              <a:t>dataframe</a:t>
            </a:r>
            <a:endParaRPr lang="en-US" b="1" dirty="0"/>
          </a:p>
          <a:p>
            <a:pPr lvl="1"/>
            <a:r>
              <a:rPr lang="en-US" dirty="0"/>
              <a:t>Includes average height, maximum height, percent cover (per majority species, and for S. pacifica (SAPA) and S. </a:t>
            </a:r>
            <a:r>
              <a:rPr lang="en-US" dirty="0" err="1"/>
              <a:t>foliosa</a:t>
            </a:r>
            <a:r>
              <a:rPr lang="en-US" dirty="0"/>
              <a:t> (SPFO) 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Only includes sediment data from the day of Winter and Summer Collections</a:t>
            </a:r>
          </a:p>
          <a:p>
            <a:r>
              <a:rPr lang="en-US" dirty="0"/>
              <a:t>Idea is to see if I can have an image with marsh profile and vegetation in one graph, such as the </a:t>
            </a:r>
            <a:r>
              <a:rPr lang="en-US" dirty="0" err="1"/>
              <a:t>Echiejile</a:t>
            </a:r>
            <a:r>
              <a:rPr lang="en-US" dirty="0"/>
              <a:t> 2025 (Time dependence of sediment accretion rates: Short- and long-term variability in an urban tidal marsh).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832261-D5EA-1DDA-28F0-A408CE743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945" y="1480769"/>
            <a:ext cx="5234106" cy="439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73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F1AF2-0182-8EC0-2A73-319AA2A63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# 1-Does marsh edge matter for sediment deposition?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B8014-FFE7-1571-391D-5656C51A2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Spatially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1AE8A9-7042-5838-9392-0B32B6466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0" y="2351314"/>
            <a:ext cx="5761626" cy="3555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6E32E6-5C3F-0B2F-EBE2-034EA9A32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686" y="2205760"/>
            <a:ext cx="4424130" cy="9824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732B0F-E841-7D4F-8FBD-994A0822D640}"/>
              </a:ext>
            </a:extLst>
          </p:cNvPr>
          <p:cNvSpPr txBox="1"/>
          <p:nvPr/>
        </p:nvSpPr>
        <p:spPr>
          <a:xfrm>
            <a:off x="6659725" y="3703318"/>
            <a:ext cx="42570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lmer</a:t>
            </a:r>
            <a:r>
              <a:rPr lang="en-US" dirty="0"/>
              <a:t>(Flux ~ </a:t>
            </a:r>
            <a:r>
              <a:rPr lang="en-US" dirty="0" err="1"/>
              <a:t>Marsh_Group</a:t>
            </a:r>
            <a:r>
              <a:rPr lang="en-US" dirty="0"/>
              <a:t> + (1 | Site) + (1 | Tran), data = </a:t>
            </a:r>
            <a:r>
              <a:rPr lang="en-US" dirty="0" err="1"/>
              <a:t>marsh_group_flux</a:t>
            </a:r>
            <a:r>
              <a:rPr lang="en-US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4D455F-EAF1-6D42-15C5-E97A88942A2D}"/>
              </a:ext>
            </a:extLst>
          </p:cNvPr>
          <p:cNvSpPr txBox="1"/>
          <p:nvPr/>
        </p:nvSpPr>
        <p:spPr>
          <a:xfrm>
            <a:off x="6492686" y="5047488"/>
            <a:ext cx="5449378" cy="64633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“Open Bay” = San Pablo and Giant Marsh </a:t>
            </a:r>
          </a:p>
          <a:p>
            <a:r>
              <a:rPr lang="en-US" dirty="0"/>
              <a:t>“Protected” = Buck’s Landing and Corte Madera</a:t>
            </a:r>
          </a:p>
        </p:txBody>
      </p:sp>
    </p:spTree>
    <p:extLst>
      <p:ext uri="{BB962C8B-B14F-4D97-AF65-F5344CB8AC3E}">
        <p14:creationId xmlns:p14="http://schemas.microsoft.com/office/powerpoint/2010/main" val="486066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A4590-7CFE-FD1D-60FC-EE54840D9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76C9-5B27-C320-9CF5-EFF96DDA1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# 1-Does marsh edge matter for sediment deposition?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9DC8A-ACD6-5238-758A-7ED21C144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Temporally-All Sites</a:t>
            </a:r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3134E66-A7E7-B5C6-A339-92CFA9866C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4515" y="2752690"/>
            <a:ext cx="5157787" cy="3189356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0013DDBC-C6C3-1FCC-4B7B-2487B50C8B8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94427" y="2179199"/>
            <a:ext cx="5183188" cy="1249801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44AC3B8-9932-F4CB-79C4-EFED9DE791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97575" y="4133461"/>
            <a:ext cx="6194425" cy="895738"/>
          </a:xfrm>
        </p:spPr>
        <p:txBody>
          <a:bodyPr>
            <a:normAutofit/>
          </a:bodyPr>
          <a:lstStyle/>
          <a:p>
            <a:r>
              <a:rPr lang="en-US" dirty="0" err="1"/>
              <a:t>lm</a:t>
            </a:r>
            <a:r>
              <a:rPr lang="en-US" dirty="0"/>
              <a:t>(Flux ~ </a:t>
            </a:r>
            <a:r>
              <a:rPr lang="en-US" dirty="0" err="1"/>
              <a:t>marsh_edge_type</a:t>
            </a:r>
            <a:r>
              <a:rPr lang="en-US" dirty="0"/>
              <a:t> * </a:t>
            </a:r>
            <a:r>
              <a:rPr lang="en-US" dirty="0" err="1"/>
              <a:t>Study.Phase</a:t>
            </a:r>
            <a:r>
              <a:rPr lang="en-US" dirty="0"/>
              <a:t> + Site</a:t>
            </a:r>
          </a:p>
        </p:txBody>
      </p:sp>
    </p:spTree>
    <p:extLst>
      <p:ext uri="{BB962C8B-B14F-4D97-AF65-F5344CB8AC3E}">
        <p14:creationId xmlns:p14="http://schemas.microsoft.com/office/powerpoint/2010/main" val="3122654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E6AC-F52E-D619-64D5-967B8610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82EBD-199D-5FCA-90A1-3A6482F0F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# 1-Does marsh edge matter for sediment deposition?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C9F3883-750B-373D-09B1-78E47C967F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9788" y="2753364"/>
            <a:ext cx="5157787" cy="3188009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4D34D60A-E996-0DCD-C824-AAD2D82A0A2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66819" y="1880192"/>
            <a:ext cx="5162454" cy="1478828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9144A24-1987-6422-6B3F-3D8F5572B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Temporally-Excluding Giant Marsh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64B4DA-DFE6-F7E0-83B5-E49166A4FB92}"/>
              </a:ext>
            </a:extLst>
          </p:cNvPr>
          <p:cNvSpPr txBox="1"/>
          <p:nvPr/>
        </p:nvSpPr>
        <p:spPr>
          <a:xfrm>
            <a:off x="6653431" y="3894842"/>
            <a:ext cx="4788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lm</a:t>
            </a:r>
            <a:r>
              <a:rPr lang="en-US" dirty="0"/>
              <a:t>(  Flux ~ </a:t>
            </a:r>
            <a:r>
              <a:rPr lang="en-US" dirty="0" err="1"/>
              <a:t>marsh_edge_type</a:t>
            </a:r>
            <a:r>
              <a:rPr lang="en-US" dirty="0"/>
              <a:t> * </a:t>
            </a:r>
            <a:r>
              <a:rPr lang="en-US" dirty="0" err="1"/>
              <a:t>Study.Phase</a:t>
            </a:r>
            <a:r>
              <a:rPr lang="en-US" dirty="0"/>
              <a:t> + Site</a:t>
            </a:r>
          </a:p>
        </p:txBody>
      </p:sp>
    </p:spTree>
    <p:extLst>
      <p:ext uri="{BB962C8B-B14F-4D97-AF65-F5344CB8AC3E}">
        <p14:creationId xmlns:p14="http://schemas.microsoft.com/office/powerpoint/2010/main" val="4201830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48951-C35C-7D14-CD01-0ACDFB017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2E866-C12D-FED4-38B0-B5D6BD1DB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# 1-Does marsh edge matter for sediment deposition?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EB98CC4-6474-69BA-B57B-1FCDF0E15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09" y="1881323"/>
            <a:ext cx="3715891" cy="461666"/>
          </a:xfrm>
        </p:spPr>
        <p:txBody>
          <a:bodyPr/>
          <a:lstStyle/>
          <a:p>
            <a:r>
              <a:rPr lang="en-US" dirty="0"/>
              <a:t>Variance Between Sites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7444A21-EF9E-DA55-031A-BF4D1D95AA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35227" y="3095497"/>
            <a:ext cx="7133780" cy="1272107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7CB1A22-F94B-B8CD-B067-182F02E62E0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935227" y="5040948"/>
            <a:ext cx="7467436" cy="12163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AD9F62-AE46-00F1-9A42-F503D5A30586}"/>
              </a:ext>
            </a:extLst>
          </p:cNvPr>
          <p:cNvSpPr txBox="1"/>
          <p:nvPr/>
        </p:nvSpPr>
        <p:spPr>
          <a:xfrm>
            <a:off x="1084709" y="2422153"/>
            <a:ext cx="41619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Temporally (Per Study Phase) 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552378-61BB-8482-B803-E8E7C5FA118D}"/>
              </a:ext>
            </a:extLst>
          </p:cNvPr>
          <p:cNvSpPr txBox="1"/>
          <p:nvPr/>
        </p:nvSpPr>
        <p:spPr>
          <a:xfrm>
            <a:off x="839788" y="4350244"/>
            <a:ext cx="55740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Spatially (Per Distance from Marsh Edge)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90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C59F-9AA4-7F08-96C4-F07DFCFB4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#2: Do rates of sediment deposition change over time at the same edge type?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1584C-AF52-0508-4AF4-5E3A52470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Spatially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38051C-26BE-5AF1-2C7F-3A68BB202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459" y="2061341"/>
            <a:ext cx="4595063" cy="16596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BCDE5C-904D-9ED6-7D4C-CA857E1441A9}"/>
              </a:ext>
            </a:extLst>
          </p:cNvPr>
          <p:cNvSpPr txBox="1"/>
          <p:nvPr/>
        </p:nvSpPr>
        <p:spPr>
          <a:xfrm>
            <a:off x="7278624" y="4809131"/>
            <a:ext cx="40751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lm</a:t>
            </a:r>
            <a:r>
              <a:rPr lang="en-US" dirty="0"/>
              <a:t>(  Flux ~ </a:t>
            </a:r>
            <a:r>
              <a:rPr lang="en-US" dirty="0" err="1"/>
              <a:t>Study.Dataset</a:t>
            </a:r>
            <a:r>
              <a:rPr lang="en-US" dirty="0"/>
              <a:t> * Month * </a:t>
            </a:r>
            <a:r>
              <a:rPr lang="en-US" dirty="0" err="1"/>
              <a:t>Marsh_Area</a:t>
            </a:r>
            <a:r>
              <a:rPr lang="en-US" dirty="0"/>
              <a:t> + Site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57B441-C9F2-FAF3-340E-CE3C5F57E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61" y="2528680"/>
            <a:ext cx="6731148" cy="364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297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86504-1258-7497-2E87-365EAF7F2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D123D-AD58-6055-741B-C0D713BD8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#2: Do rates of sediment deposition change over time at the same edge type?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96BF8-74BD-916F-CC78-3AB5AAE82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Spatially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09ACB-BE6D-7FFE-59B6-D654D93F4B1C}"/>
              </a:ext>
            </a:extLst>
          </p:cNvPr>
          <p:cNvSpPr txBox="1"/>
          <p:nvPr/>
        </p:nvSpPr>
        <p:spPr>
          <a:xfrm>
            <a:off x="7448998" y="4527432"/>
            <a:ext cx="4267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lm</a:t>
            </a:r>
            <a:r>
              <a:rPr lang="en-US" dirty="0"/>
              <a:t>(formula = log(Flux) ~ </a:t>
            </a:r>
            <a:r>
              <a:rPr lang="en-US" dirty="0" err="1"/>
              <a:t>Marsh_Area</a:t>
            </a:r>
            <a:r>
              <a:rPr lang="en-US" dirty="0"/>
              <a:t> * </a:t>
            </a:r>
            <a:r>
              <a:rPr lang="en-US" dirty="0" err="1"/>
              <a:t>Study.Dataset</a:t>
            </a:r>
            <a:r>
              <a:rPr lang="en-US" dirty="0"/>
              <a:t> + Site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65BFEF-E75D-6D8C-C05E-070227D70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270" y="2450792"/>
            <a:ext cx="4535963" cy="13165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F1AAAC-9CFC-05B1-0777-AB82F74D5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02" y="2633472"/>
            <a:ext cx="6867574" cy="385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41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FABF1-90C8-8BC1-9217-094F0A80A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8192A-A0AB-B395-4353-1647C1A7C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#2: Do rates of sediment deposition change over time at the same edge type?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1C052-6285-1769-E1AA-294C8D89B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Temporally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89753E-A42E-72E0-A9C6-C40CD033851D}"/>
              </a:ext>
            </a:extLst>
          </p:cNvPr>
          <p:cNvSpPr txBox="1"/>
          <p:nvPr/>
        </p:nvSpPr>
        <p:spPr>
          <a:xfrm>
            <a:off x="7589520" y="2642617"/>
            <a:ext cx="4432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lm</a:t>
            </a:r>
            <a:r>
              <a:rPr lang="en-US" dirty="0"/>
              <a:t>(  Flux ~ </a:t>
            </a:r>
            <a:r>
              <a:rPr lang="en-US" dirty="0" err="1"/>
              <a:t>Study.Dataset</a:t>
            </a:r>
            <a:r>
              <a:rPr lang="en-US" dirty="0"/>
              <a:t> *Site + Month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AC3AB3-808C-DD20-B0F7-3D785AB4E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35" y="2249424"/>
            <a:ext cx="6847831" cy="39275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BE7D8A-5473-F3D7-B2D0-5A3A59964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541" y="3435748"/>
            <a:ext cx="4532124" cy="255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34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303BE-97E1-3299-8F4D-CD015365A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Comparison of USGS Bay and Channel Transects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28ED72-DD4F-8C1D-A526-86EE4E1B9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9392" y="1690688"/>
            <a:ext cx="8311564" cy="465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497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89EDE-6E73-950C-728E-C9304FEE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RQ #3 Wind Versus Sediment Deposition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C7567C2-EA05-EA38-EF7F-4F82C1F9E5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7889" y="1451443"/>
            <a:ext cx="6502639" cy="40991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6B37FA-9DE5-3D3E-5230-48ABA774F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9864"/>
            <a:ext cx="5610104" cy="352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528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88601-E465-1B77-5DFB-E21827DA4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RQ# 3: “Local” Slope versus Sediment Deposition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941BF4-9E9F-5C22-FA4A-AD297C6EA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9" y="1901951"/>
            <a:ext cx="6009457" cy="3632957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EFE12E2-1EED-6518-94C9-AB0F5F088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21890" y="1901952"/>
            <a:ext cx="5662541" cy="363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94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BD40-D0A1-AF10-63D1-769849E5C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8F90B-C440-85FE-C33D-02FDBE116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RQ# 3: Do inter-marsh variables explain more of the differences between sediment deposition?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CD0D9-3B51-472D-0D3E-261F09ED8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LASSO (Least Absolute Shrinkage and Selection Operator) First Attempt (Thorne 2022). </a:t>
            </a:r>
          </a:p>
          <a:p>
            <a:r>
              <a:rPr lang="en-US" dirty="0"/>
              <a:t>Tried it out but still need to work through the theory of it.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E0892-5338-514C-60B8-756FC7E8B649}"/>
              </a:ext>
            </a:extLst>
          </p:cNvPr>
          <p:cNvSpPr txBox="1"/>
          <p:nvPr/>
        </p:nvSpPr>
        <p:spPr>
          <a:xfrm>
            <a:off x="721894" y="3616818"/>
            <a:ext cx="57109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Variables selected Against Flux. All predictors were standardized to zero for scaling.  </a:t>
            </a:r>
          </a:p>
          <a:p>
            <a:pPr marL="285750" indent="-285750">
              <a:buFontTx/>
              <a:buChar char="-"/>
            </a:pPr>
            <a:r>
              <a:rPr lang="en-US" dirty="0"/>
              <a:t>Z star</a:t>
            </a:r>
          </a:p>
          <a:p>
            <a:pPr marL="285750" indent="-285750">
              <a:buFontTx/>
              <a:buChar char="-"/>
            </a:pPr>
            <a:r>
              <a:rPr lang="en-US" dirty="0"/>
              <a:t>Local Slope</a:t>
            </a:r>
          </a:p>
          <a:p>
            <a:pPr marL="285750" indent="-285750">
              <a:buFontTx/>
              <a:buChar char="-"/>
            </a:pPr>
            <a:r>
              <a:rPr lang="en-US" dirty="0"/>
              <a:t>Mean wind speed </a:t>
            </a:r>
          </a:p>
          <a:p>
            <a:pPr marL="285750" indent="-285750">
              <a:buFontTx/>
              <a:buChar char="-"/>
            </a:pPr>
            <a:r>
              <a:rPr lang="en-US" dirty="0"/>
              <a:t>Max gust </a:t>
            </a:r>
          </a:p>
          <a:p>
            <a:pPr marL="285750" indent="-285750">
              <a:buFontTx/>
              <a:buChar char="-"/>
            </a:pPr>
            <a:r>
              <a:rPr lang="en-US" dirty="0"/>
              <a:t>Distance from edge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F9628B-6C64-F6B5-0500-AF68E494A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7422" y="3616818"/>
            <a:ext cx="5233726" cy="230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05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540</Words>
  <Application>Microsoft Office PowerPoint</Application>
  <PresentationFormat>Widescreen</PresentationFormat>
  <Paragraphs>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Initial Results Check-In </vt:lpstr>
      <vt:lpstr>Summary-Sediment and Abiotic Variables</vt:lpstr>
      <vt:lpstr>Summary-Vegetation</vt:lpstr>
      <vt:lpstr>RQ # 1-Does marsh edge matter for sediment deposition?</vt:lpstr>
      <vt:lpstr>RQ # 1-Does marsh edge matter for sediment deposition?</vt:lpstr>
      <vt:lpstr>RQ # 1-Does marsh edge matter for sediment deposition?</vt:lpstr>
      <vt:lpstr>RQ # 1-Does marsh edge matter for sediment deposition?</vt:lpstr>
      <vt:lpstr>RQ #2: Do rates of sediment deposition change over time at the same edge type?</vt:lpstr>
      <vt:lpstr>RQ #2: Do rates of sediment deposition change over time at the same edge type?</vt:lpstr>
      <vt:lpstr>RQ #2: Do rates of sediment deposition change over time at the same edge type?</vt:lpstr>
      <vt:lpstr>Comparison of USGS Bay and Channel Transects</vt:lpstr>
      <vt:lpstr>RQ #3 Wind Versus Sediment Deposition</vt:lpstr>
      <vt:lpstr>RQ# 3: “Local” Slope versus Sediment Deposition</vt:lpstr>
      <vt:lpstr>RQ# 3: Do inter-marsh variables explain more of the differences between sediment deposition?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Savannah Karin Miller</dc:creator>
  <cp:lastModifiedBy>Savannah Karin Miller</cp:lastModifiedBy>
  <cp:revision>1</cp:revision>
  <dcterms:created xsi:type="dcterms:W3CDTF">2026-08-11T19:20:05Z</dcterms:created>
  <dcterms:modified xsi:type="dcterms:W3CDTF">2026-08-12T18:43:06Z</dcterms:modified>
</cp:coreProperties>
</file>