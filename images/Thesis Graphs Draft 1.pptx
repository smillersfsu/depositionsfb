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D_C1B6A3C1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70" r:id="rId5"/>
    <p:sldId id="271" r:id="rId6"/>
    <p:sldId id="272" r:id="rId7"/>
    <p:sldId id="260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94B1D84-560F-7789-7821-D5E4654238F3}" name="Savannah Karin Miller" initials="SM" userId="S::924318106@sfsu.edu::22c948fc-cece-4b89-9db3-f9f8a6b29ae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37" d="100"/>
          <a:sy n="137" d="100"/>
        </p:scale>
        <p:origin x="-3686" y="-1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vannah Karin Miller" userId="22c948fc-cece-4b89-9db3-f9f8a6b29aef" providerId="ADAL" clId="{39DE2C0E-7095-495B-81F3-37AFAFAFC50B}"/>
    <pc:docChg chg="custSel addSld delSld modSld">
      <pc:chgData name="Savannah Karin Miller" userId="22c948fc-cece-4b89-9db3-f9f8a6b29aef" providerId="ADAL" clId="{39DE2C0E-7095-495B-81F3-37AFAFAFC50B}" dt="2026-04-22T05:44:20.230" v="19" actId="2696"/>
      <pc:docMkLst>
        <pc:docMk/>
      </pc:docMkLst>
      <pc:sldChg chg="addSp delSp modSp new del mod">
        <pc:chgData name="Savannah Karin Miller" userId="22c948fc-cece-4b89-9db3-f9f8a6b29aef" providerId="ADAL" clId="{39DE2C0E-7095-495B-81F3-37AFAFAFC50B}" dt="2026-04-22T05:44:20.230" v="19" actId="2696"/>
        <pc:sldMkLst>
          <pc:docMk/>
          <pc:sldMk cId="71246518" sldId="273"/>
        </pc:sldMkLst>
        <pc:spChg chg="del">
          <ac:chgData name="Savannah Karin Miller" userId="22c948fc-cece-4b89-9db3-f9f8a6b29aef" providerId="ADAL" clId="{39DE2C0E-7095-495B-81F3-37AFAFAFC50B}" dt="2026-04-22T05:36:08.558" v="6" actId="478"/>
          <ac:spMkLst>
            <pc:docMk/>
            <pc:sldMk cId="71246518" sldId="273"/>
            <ac:spMk id="2" creationId="{0F338EF2-41E9-6904-8528-489FFCDF513B}"/>
          </ac:spMkLst>
        </pc:spChg>
        <pc:spChg chg="del">
          <ac:chgData name="Savannah Karin Miller" userId="22c948fc-cece-4b89-9db3-f9f8a6b29aef" providerId="ADAL" clId="{39DE2C0E-7095-495B-81F3-37AFAFAFC50B}" dt="2026-04-22T05:36:07.082" v="5" actId="478"/>
          <ac:spMkLst>
            <pc:docMk/>
            <pc:sldMk cId="71246518" sldId="273"/>
            <ac:spMk id="3" creationId="{3E12B4DE-C0CB-A101-C563-420E2EF1C150}"/>
          </ac:spMkLst>
        </pc:spChg>
        <pc:spChg chg="del">
          <ac:chgData name="Savannah Karin Miller" userId="22c948fc-cece-4b89-9db3-f9f8a6b29aef" providerId="ADAL" clId="{39DE2C0E-7095-495B-81F3-37AFAFAFC50B}" dt="2026-04-22T05:35:58.928" v="2"/>
          <ac:spMkLst>
            <pc:docMk/>
            <pc:sldMk cId="71246518" sldId="273"/>
            <ac:spMk id="4" creationId="{B862C9D2-EA83-E6C2-EF96-A865A6E31C97}"/>
          </ac:spMkLst>
        </pc:spChg>
        <pc:spChg chg="del">
          <ac:chgData name="Savannah Karin Miller" userId="22c948fc-cece-4b89-9db3-f9f8a6b29aef" providerId="ADAL" clId="{39DE2C0E-7095-495B-81F3-37AFAFAFC50B}" dt="2026-04-22T05:36:05.244" v="4" actId="478"/>
          <ac:spMkLst>
            <pc:docMk/>
            <pc:sldMk cId="71246518" sldId="273"/>
            <ac:spMk id="5" creationId="{E993B001-D4CA-9BC5-A15F-637C0BF4206B}"/>
          </ac:spMkLst>
        </pc:spChg>
        <pc:spChg chg="del">
          <ac:chgData name="Savannah Karin Miller" userId="22c948fc-cece-4b89-9db3-f9f8a6b29aef" providerId="ADAL" clId="{39DE2C0E-7095-495B-81F3-37AFAFAFC50B}" dt="2026-04-22T05:36:03.253" v="3" actId="478"/>
          <ac:spMkLst>
            <pc:docMk/>
            <pc:sldMk cId="71246518" sldId="273"/>
            <ac:spMk id="6" creationId="{D9CE0ADC-8E2C-BAF7-1F28-67FC0BADF920}"/>
          </ac:spMkLst>
        </pc:spChg>
        <pc:spChg chg="add del mod">
          <ac:chgData name="Savannah Karin Miller" userId="22c948fc-cece-4b89-9db3-f9f8a6b29aef" providerId="ADAL" clId="{39DE2C0E-7095-495B-81F3-37AFAFAFC50B}" dt="2026-04-22T05:38:36.659" v="11"/>
          <ac:spMkLst>
            <pc:docMk/>
            <pc:sldMk cId="71246518" sldId="273"/>
            <ac:spMk id="10" creationId="{AC3A251D-0B98-4E0B-E254-7D2AC8457E1A}"/>
          </ac:spMkLst>
        </pc:spChg>
        <pc:spChg chg="add del mod">
          <ac:chgData name="Savannah Karin Miller" userId="22c948fc-cece-4b89-9db3-f9f8a6b29aef" providerId="ADAL" clId="{39DE2C0E-7095-495B-81F3-37AFAFAFC50B}" dt="2026-04-22T05:39:45.645" v="15"/>
          <ac:spMkLst>
            <pc:docMk/>
            <pc:sldMk cId="71246518" sldId="273"/>
            <ac:spMk id="14" creationId="{5ACE9C15-EB0E-42DB-0CF1-192B0DF375FA}"/>
          </ac:spMkLst>
        </pc:spChg>
        <pc:picChg chg="add del mod ord">
          <ac:chgData name="Savannah Karin Miller" userId="22c948fc-cece-4b89-9db3-f9f8a6b29aef" providerId="ADAL" clId="{39DE2C0E-7095-495B-81F3-37AFAFAFC50B}" dt="2026-04-22T05:38:31.849" v="9" actId="478"/>
          <ac:picMkLst>
            <pc:docMk/>
            <pc:sldMk cId="71246518" sldId="273"/>
            <ac:picMk id="8" creationId="{775AF87C-1673-2AE1-96D5-34E4D59111EA}"/>
          </ac:picMkLst>
        </pc:picChg>
        <pc:picChg chg="add del mod ord">
          <ac:chgData name="Savannah Karin Miller" userId="22c948fc-cece-4b89-9db3-f9f8a6b29aef" providerId="ADAL" clId="{39DE2C0E-7095-495B-81F3-37AFAFAFC50B}" dt="2026-04-22T05:39:19.774" v="13" actId="478"/>
          <ac:picMkLst>
            <pc:docMk/>
            <pc:sldMk cId="71246518" sldId="273"/>
            <ac:picMk id="12" creationId="{6AE3626C-1F1F-E0E3-E676-E6301A033C00}"/>
          </ac:picMkLst>
        </pc:picChg>
        <pc:picChg chg="add mod ord">
          <ac:chgData name="Savannah Karin Miller" userId="22c948fc-cece-4b89-9db3-f9f8a6b29aef" providerId="ADAL" clId="{39DE2C0E-7095-495B-81F3-37AFAFAFC50B}" dt="2026-04-22T05:39:53.588" v="18" actId="14100"/>
          <ac:picMkLst>
            <pc:docMk/>
            <pc:sldMk cId="71246518" sldId="273"/>
            <ac:picMk id="16" creationId="{119F197B-F1F9-2BA9-A403-4E7476613207}"/>
          </ac:picMkLst>
        </pc:picChg>
      </pc:sldChg>
    </pc:docChg>
  </pc:docChgLst>
</pc:chgInfo>
</file>

<file path=ppt/comments/modernComment_10D_C1B6A3C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FE2C64-D0A5-40F6-A186-3E32D318AA66}" authorId="{594B1D84-560F-7789-7821-D5E4654238F3}" created="2026-04-22T21:41:44.428">
    <pc:sldMkLst xmlns:pc="http://schemas.microsoft.com/office/powerpoint/2013/main/command">
      <pc:docMk/>
      <pc:sldMk cId="3249972161" sldId="269"/>
    </pc:sldMkLst>
    <p188:txBody>
      <a:bodyPr/>
      <a:lstStyle/>
      <a:p>
        <a:r>
          <a:rPr lang="en-US"/>
          <a:t>Put the y axis in meters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B33D4-5950-F382-C0BB-94268BAAA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6D69B-24B4-610A-7123-7E71930C12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B580A-99F8-6215-67C7-22A73516E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15D4E-7E26-EA09-2816-FFEA1BA01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20068-A4C3-4BAC-2EF4-8D2072DB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760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80178-98E6-4375-F727-B444F2218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13E20-6368-37DC-B46E-2A5853DF4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D9B4-A154-DB37-F34E-6E38D70D2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EC8E7-8090-16B3-15F3-367E2A6E6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087D-6DC8-F476-1B3E-4BE0D59A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565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3795E-0990-205A-CEED-23705D4F5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848D5-B6B5-BB62-2F21-218A3D33F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90252-F985-CD9B-3B11-CCE7A95BC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0A2ED-BCBD-0137-B227-E1DAA011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A0555-88EA-2CF9-657E-F952AD7FE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36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83328-BC3C-EAF8-FF5C-1977BCCED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99684-13EB-F268-1C6A-33272AE530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65AB12-E3BC-3630-99AD-3D071965E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1DF03-D162-9A3B-0782-AF391FA75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B8448-9EFE-5C33-0062-AEA32EC7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38A3C-6748-8B39-73FD-A55D50251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77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C27C4-23F2-56F2-A621-021826D8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CC5A1-B1D1-3890-A349-220021F8D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689075-39FD-A20B-A244-54209920D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EA2296-54DF-A56E-23D1-D4D1F6305E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17A233-F15D-F1D6-22A3-1774C4292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D6493B-9FA1-FCD4-1722-20170A2B1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FCA5F-F0DE-787E-A899-E8ABE57C4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9CC0C7-661B-4446-024B-5B4E9EB57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41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4ECAE-3DBE-DC02-2902-3D0114D77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A798B7-5AB3-2075-3A34-1A244A99D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DE5201-052F-6304-0CE0-2F99403FD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6B9DE-5BCC-9CEE-54D1-3F17B83F4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87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258E9-DEFF-A0CB-BE60-DBDCBCAA7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FC09F5-18CF-0945-1BCF-AA6957D33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622B0-7748-2A73-7FD2-8098A6FB4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079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3F25-443C-5C7E-35D7-9AA44876B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B8DC6-F785-D6D1-E3E8-16AD16533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170D7-2472-FEF6-5ED6-1B7411910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DB7CE9-B10C-6CDA-5348-73C492B8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BF99B-BAF0-F130-57B1-2D2FB8946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A2F70-640E-A556-37AC-ACF6F1321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44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B5370-B91A-F814-9BEF-27D87B36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35EA93-CC09-4D25-9DEF-FA2D3062C5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748AF0-FCAF-E3E6-D015-C67F45533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9C795-A406-E54D-42B3-CE869CE8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DAC2E-4362-9448-4E5B-C45DA518D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D4315-4499-48FB-5957-57E78D93B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98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56CB4-2690-201D-2C98-FC973F373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5F013A-1F8B-8C2D-2B92-DC56C77D7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40861-46A3-ADE0-8E00-7A4563AA0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A43A7-5589-9F33-293B-31A852112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0F746-7BCD-0FE0-DA66-B151D6A6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78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10075E-E3C1-7125-3D00-6C9FC80E50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7CD058-6F7B-97EF-DD34-AD253DD7C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4803C-24B8-B67D-921E-FD3ECE4B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095E8-EA00-E3E4-A382-E89B38C58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D4E9D-375A-B76C-6844-27C834E1A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1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81DF86-247B-E872-19DB-2E41A1A1B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3549D-839D-687B-0A74-FEC5B0417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34658-2A4B-739C-9950-3E53A5F309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98DD94-F2CE-4F36-8221-123B43229A7F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AC563-77FA-5D04-B2F1-C46BB62ED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FA809-74B5-4B5B-0A45-78D4A62AF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0A2869-78F1-4702-8837-9CDF97471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51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D_C1B6A3C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7AAD2-58D9-CE8F-62E4-B7B68B6CC8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Savannah’s Thesis Graphs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E018E-A204-5C43-D14D-EB93AE60BD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Elevations and Sediment Deposition Over Months and Distances (M1-M6!) </a:t>
            </a:r>
          </a:p>
        </p:txBody>
      </p:sp>
    </p:spTree>
    <p:extLst>
      <p:ext uri="{BB962C8B-B14F-4D97-AF65-F5344CB8AC3E}">
        <p14:creationId xmlns:p14="http://schemas.microsoft.com/office/powerpoint/2010/main" val="2445132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FC9BB-EB95-91C1-3814-9C5420D3D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227" y="75761"/>
            <a:ext cx="10400907" cy="52046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700" dirty="0"/>
              <a:t>Elevation Comparison of Replicates Between Transects and Sites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E224537-FD85-F229-3FF0-A4740614A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385" b="-1"/>
          <a:stretch>
            <a:fillRect/>
          </a:stretch>
        </p:blipFill>
        <p:spPr bwMode="auto">
          <a:xfrm>
            <a:off x="41154" y="1938167"/>
            <a:ext cx="4167067" cy="2886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36540F2E-A3C9-6228-ED77-20B203D44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385" b="-1"/>
          <a:stretch>
            <a:fillRect/>
          </a:stretch>
        </p:blipFill>
        <p:spPr bwMode="auto">
          <a:xfrm>
            <a:off x="8136754" y="2015628"/>
            <a:ext cx="4055246" cy="2809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227E7D6-589B-0FCE-1470-A9D6B54E8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40" b="-1"/>
          <a:stretch>
            <a:fillRect/>
          </a:stretch>
        </p:blipFill>
        <p:spPr bwMode="auto">
          <a:xfrm>
            <a:off x="4208221" y="2033193"/>
            <a:ext cx="4055246" cy="2791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50A0A18D-98B4-40E5-4078-A318C9554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6737460"/>
            <a:ext cx="12192000" cy="123364"/>
            <a:chOff x="1" y="6737460"/>
            <a:chExt cx="12192000" cy="123364"/>
          </a:xfrm>
        </p:grpSpPr>
        <p:sp>
          <p:nvSpPr>
            <p:cNvPr id="1056" name="Rectangle 1055">
              <a:extLst>
                <a:ext uri="{FF2B5EF4-FFF2-40B4-BE49-F238E27FC236}">
                  <a16:creationId xmlns:a16="http://schemas.microsoft.com/office/drawing/2014/main" id="{B102A9A7-35A0-25BE-8907-0AB62C454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320" y="703141"/>
              <a:ext cx="123362" cy="12192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7" name="Rectangle 1056">
              <a:extLst>
                <a:ext uri="{FF2B5EF4-FFF2-40B4-BE49-F238E27FC236}">
                  <a16:creationId xmlns:a16="http://schemas.microsoft.com/office/drawing/2014/main" id="{728BDF14-9776-769C-B15E-E2D6BA4DC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40559" y="4909383"/>
              <a:ext cx="123362" cy="3779520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1040">
            <a:extLst>
              <a:ext uri="{FF2B5EF4-FFF2-40B4-BE49-F238E27FC236}">
                <a16:creationId xmlns:a16="http://schemas.microsoft.com/office/drawing/2014/main" id="{1D810244-7342-164D-3B8A-B0A7DE3D5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4368" y="5106182"/>
            <a:ext cx="9542951" cy="1349902"/>
          </a:xfrm>
        </p:spPr>
        <p:txBody>
          <a:bodyPr anchor="t">
            <a:normAutofit/>
          </a:bodyPr>
          <a:lstStyle/>
          <a:p>
            <a:r>
              <a:rPr lang="en-US" sz="2000" dirty="0"/>
              <a:t>Generally appears that replicates don’t differ from each other in terms of elevation. </a:t>
            </a:r>
          </a:p>
          <a:p>
            <a:r>
              <a:rPr lang="en-US" sz="2000" dirty="0"/>
              <a:t>Need to see what tests or statistical tests to run to see how much differing is significant in this context. </a:t>
            </a:r>
          </a:p>
        </p:txBody>
      </p:sp>
    </p:spTree>
    <p:extLst>
      <p:ext uri="{BB962C8B-B14F-4D97-AF65-F5344CB8AC3E}">
        <p14:creationId xmlns:p14="http://schemas.microsoft.com/office/powerpoint/2010/main" val="2365390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">
            <a:extLst>
              <a:ext uri="{FF2B5EF4-FFF2-40B4-BE49-F238E27FC236}">
                <a16:creationId xmlns:a16="http://schemas.microsoft.com/office/drawing/2014/main" id="{6CDC043A-59F6-28A0-44DB-2FB6ECE6BA9C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5425" y="3429000"/>
            <a:ext cx="5183188" cy="3239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F98EC471-1AF9-743F-2ADD-F38A3292F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6094" y="189508"/>
            <a:ext cx="4912519" cy="3070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A5CEFFA5-80C6-056B-F60A-2BEB5F5633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76" y="1552625"/>
            <a:ext cx="5629124" cy="375274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B04AE9A-DA88-E938-6972-5AEC870CB744}"/>
              </a:ext>
            </a:extLst>
          </p:cNvPr>
          <p:cNvSpPr txBox="1"/>
          <p:nvPr/>
        </p:nvSpPr>
        <p:spPr>
          <a:xfrm>
            <a:off x="474133" y="160080"/>
            <a:ext cx="52493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Buck’s Landing: </a:t>
            </a:r>
          </a:p>
          <a:p>
            <a:r>
              <a:rPr lang="en-US" b="1" dirty="0"/>
              <a:t>Comparing Elevations and Sediment Deposition Among Transects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ACCACB-2F1D-9DEC-5761-5A6E297EE456}"/>
              </a:ext>
            </a:extLst>
          </p:cNvPr>
          <p:cNvSpPr txBox="1"/>
          <p:nvPr/>
        </p:nvSpPr>
        <p:spPr>
          <a:xfrm>
            <a:off x="313465" y="5380672"/>
            <a:ext cx="59359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Transect shape is slightly different but general shape within similar elevations. Transect 2 almost has a scarp-closest in location to tidal creek. </a:t>
            </a:r>
          </a:p>
          <a:p>
            <a:r>
              <a:rPr lang="en-US" dirty="0"/>
              <a:t>Very similar patterns of sediment deposition across transects except around 18 and 24 meters. </a:t>
            </a:r>
          </a:p>
        </p:txBody>
      </p:sp>
    </p:spTree>
    <p:extLst>
      <p:ext uri="{BB962C8B-B14F-4D97-AF65-F5344CB8AC3E}">
        <p14:creationId xmlns:p14="http://schemas.microsoft.com/office/powerpoint/2010/main" val="4259533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D0E4B8AA-53B8-B50B-D479-4D9FAA7D50A8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477" y="189508"/>
            <a:ext cx="5183188" cy="3239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41E2A1A8-B38B-8DC9-27BF-679175BB6E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477" y="3429000"/>
            <a:ext cx="4849238" cy="303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7D27B1C-069B-5BAE-FFC6-58E6C4C19E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90" y="1555058"/>
            <a:ext cx="5621827" cy="37478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BAB7843-6C84-CA08-B630-3D90F22E81CB}"/>
              </a:ext>
            </a:extLst>
          </p:cNvPr>
          <p:cNvSpPr txBox="1"/>
          <p:nvPr/>
        </p:nvSpPr>
        <p:spPr>
          <a:xfrm>
            <a:off x="474133" y="160080"/>
            <a:ext cx="52493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Corte Madera: </a:t>
            </a:r>
          </a:p>
          <a:p>
            <a:r>
              <a:rPr lang="en-US" b="1" dirty="0"/>
              <a:t>Comparing Elevations and Sediment Deposition Among Transects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D765BC-C47F-E786-A00D-DDFC71C6C940}"/>
              </a:ext>
            </a:extLst>
          </p:cNvPr>
          <p:cNvSpPr txBox="1"/>
          <p:nvPr/>
        </p:nvSpPr>
        <p:spPr>
          <a:xfrm>
            <a:off x="81032" y="5439202"/>
            <a:ext cx="59359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Both transects have a very different shape, but elevation differences are very subtle with ~ 0.1 scale differences </a:t>
            </a:r>
          </a:p>
          <a:p>
            <a:r>
              <a:rPr lang="en-US" dirty="0"/>
              <a:t>Very different patterns of sediment deposition across months and distances between transects. </a:t>
            </a:r>
          </a:p>
        </p:txBody>
      </p:sp>
    </p:spTree>
    <p:extLst>
      <p:ext uri="{BB962C8B-B14F-4D97-AF65-F5344CB8AC3E}">
        <p14:creationId xmlns:p14="http://schemas.microsoft.com/office/powerpoint/2010/main" val="690725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9E1F5-4756-EC84-DDE0-00A3C99F7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1F0A088C-963E-715E-022E-6365922B9FD0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5407" y="3081396"/>
            <a:ext cx="5183188" cy="3239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6AB53AD3-41A7-F01A-3913-11423ACF3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5407" y="72957"/>
            <a:ext cx="4813503" cy="3008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FD0E3D8E-E85C-5166-5F15-89F119419E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97" y="1315925"/>
            <a:ext cx="6339224" cy="42261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CD95CEE-4438-CE1E-CA5D-CA35E5A4B572}"/>
              </a:ext>
            </a:extLst>
          </p:cNvPr>
          <p:cNvSpPr txBox="1"/>
          <p:nvPr/>
        </p:nvSpPr>
        <p:spPr>
          <a:xfrm>
            <a:off x="474133" y="160080"/>
            <a:ext cx="6004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Giant Marsh: </a:t>
            </a:r>
          </a:p>
          <a:p>
            <a:r>
              <a:rPr lang="en-US" b="1" dirty="0"/>
              <a:t>Comparing Elevations and Sediment Deposition Among Transects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535A92-B36D-9FB1-6C82-63E6A2D04A97}"/>
              </a:ext>
            </a:extLst>
          </p:cNvPr>
          <p:cNvSpPr txBox="1"/>
          <p:nvPr/>
        </p:nvSpPr>
        <p:spPr>
          <a:xfrm>
            <a:off x="341036" y="5380672"/>
            <a:ext cx="5935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Transect 1 does not have a lip at the marsh edge as does Transect 2. </a:t>
            </a:r>
          </a:p>
          <a:p>
            <a:r>
              <a:rPr lang="en-US" dirty="0"/>
              <a:t>Will need to scale Transect 1 data better</a:t>
            </a:r>
          </a:p>
        </p:txBody>
      </p:sp>
    </p:spTree>
    <p:extLst>
      <p:ext uri="{BB962C8B-B14F-4D97-AF65-F5344CB8AC3E}">
        <p14:creationId xmlns:p14="http://schemas.microsoft.com/office/powerpoint/2010/main" val="1044588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B356F-C525-95EF-01DA-F3BCCD75A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757B75B7-19D5-1D07-2613-0027130BAB69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025" y="160080"/>
            <a:ext cx="4927060" cy="3079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49303435-20FD-DA8C-577F-437008182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731" y="3387486"/>
            <a:ext cx="4993481" cy="312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B5171D48-A784-6CC5-7794-13C7B128B6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2" y="1335769"/>
            <a:ext cx="6155151" cy="41034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3A4C635-F266-7553-706A-44E83FE70D87}"/>
              </a:ext>
            </a:extLst>
          </p:cNvPr>
          <p:cNvSpPr txBox="1"/>
          <p:nvPr/>
        </p:nvSpPr>
        <p:spPr>
          <a:xfrm>
            <a:off x="81032" y="5439202"/>
            <a:ext cx="59359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Transects shape slightly different, but both morphology and sediment deposition appears similar in both transects. </a:t>
            </a:r>
          </a:p>
          <a:p>
            <a:r>
              <a:rPr lang="en-US" dirty="0"/>
              <a:t>Month 4 and 6 had higher deposition at further distance along transect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C320D0-AB24-C73F-5AB8-7E805CFC85D9}"/>
              </a:ext>
            </a:extLst>
          </p:cNvPr>
          <p:cNvSpPr txBox="1"/>
          <p:nvPr/>
        </p:nvSpPr>
        <p:spPr>
          <a:xfrm>
            <a:off x="474133" y="160080"/>
            <a:ext cx="52493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San Pablo NWR: </a:t>
            </a:r>
          </a:p>
          <a:p>
            <a:r>
              <a:rPr lang="en-US" b="1" dirty="0"/>
              <a:t>Comparing Elevations and Sediment Deposition Among Transects </a:t>
            </a:r>
          </a:p>
        </p:txBody>
      </p:sp>
    </p:spTree>
    <p:extLst>
      <p:ext uri="{BB962C8B-B14F-4D97-AF65-F5344CB8AC3E}">
        <p14:creationId xmlns:p14="http://schemas.microsoft.com/office/powerpoint/2010/main" val="1097021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80FD3D8-1E46-5570-2A17-B343E3779B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73828" y="1256820"/>
            <a:ext cx="9286299" cy="5409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66D1BA-2A59-7869-F227-98AC5C0C01CD}"/>
              </a:ext>
            </a:extLst>
          </p:cNvPr>
          <p:cNvSpPr txBox="1"/>
          <p:nvPr/>
        </p:nvSpPr>
        <p:spPr>
          <a:xfrm>
            <a:off x="1648178" y="191911"/>
            <a:ext cx="3905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Ramped Sites: Difference of ~ 0.5 feet difference in elevation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CE2B5D-0F05-7E28-2F9E-9B0FBCB67602}"/>
              </a:ext>
            </a:extLst>
          </p:cNvPr>
          <p:cNvSpPr txBox="1"/>
          <p:nvPr/>
        </p:nvSpPr>
        <p:spPr>
          <a:xfrm>
            <a:off x="6637868" y="191911"/>
            <a:ext cx="4084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Scarped Sites: Difference of ~ 1 foot difference in elevation</a:t>
            </a:r>
          </a:p>
        </p:txBody>
      </p:sp>
    </p:spTree>
    <p:extLst>
      <p:ext uri="{BB962C8B-B14F-4D97-AF65-F5344CB8AC3E}">
        <p14:creationId xmlns:p14="http://schemas.microsoft.com/office/powerpoint/2010/main" val="4143423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2BE16-06BF-0F73-9258-922A9F091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Elevation of Transect to Each Site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160C9-6D1E-A70E-E5F9-DC5695250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Takeaway: Giant Marsh and San Pablo are 1-0.5 feet taller than Buck’s Landing and Giant Marsh Transects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3DE19A-BEFC-F4AF-DEF1-AEA23DFF1F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Takeaway: Measuring Total Sediment, Giant Marsh and San Pablo have the highest rates of sediment deposition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28B6838-7794-3B10-E0D2-6967D5412A2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9788" y="2799781"/>
            <a:ext cx="5157787" cy="309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9527A985-F8FB-7AFB-675A-EF45A52521E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619640"/>
            <a:ext cx="5183188" cy="345545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DFEA2B2-AE37-3376-3665-485AF38BD790}"/>
              </a:ext>
            </a:extLst>
          </p:cNvPr>
          <p:cNvSpPr/>
          <p:nvPr/>
        </p:nvSpPr>
        <p:spPr>
          <a:xfrm>
            <a:off x="11150876" y="2799781"/>
            <a:ext cx="201336" cy="53903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43895C-1CEE-A65C-F033-A0B404BA1B9B}"/>
              </a:ext>
            </a:extLst>
          </p:cNvPr>
          <p:cNvSpPr/>
          <p:nvPr/>
        </p:nvSpPr>
        <p:spPr>
          <a:xfrm>
            <a:off x="11150876" y="3518959"/>
            <a:ext cx="201336" cy="4768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A1A7FE-7D28-7234-5C40-83B19A17D76C}"/>
              </a:ext>
            </a:extLst>
          </p:cNvPr>
          <p:cNvSpPr/>
          <p:nvPr/>
        </p:nvSpPr>
        <p:spPr>
          <a:xfrm>
            <a:off x="11150876" y="4077849"/>
            <a:ext cx="201336" cy="65354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F6B8C66-0BF1-0A36-899D-46E74C67B105}"/>
              </a:ext>
            </a:extLst>
          </p:cNvPr>
          <p:cNvSpPr/>
          <p:nvPr/>
        </p:nvSpPr>
        <p:spPr>
          <a:xfrm>
            <a:off x="11150876" y="4813462"/>
            <a:ext cx="201336" cy="53903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9721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288</Words>
  <Application>Microsoft Office PowerPoint</Application>
  <PresentationFormat>Widescreen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Savannah’s Thesis Graphs Progress</vt:lpstr>
      <vt:lpstr>Elevation Comparison of Replicates Between Transects and Sites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Comparing Elevation of Transect to Each Site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Savannah Karin Miller</dc:creator>
  <cp:lastModifiedBy>Savannah Karin Miller</cp:lastModifiedBy>
  <cp:revision>1</cp:revision>
  <dcterms:created xsi:type="dcterms:W3CDTF">2026-04-20T03:13:03Z</dcterms:created>
  <dcterms:modified xsi:type="dcterms:W3CDTF">2026-04-22T21:41:54Z</dcterms:modified>
</cp:coreProperties>
</file>