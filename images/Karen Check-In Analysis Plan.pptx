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6" r:id="rId4"/>
    <p:sldId id="258" r:id="rId5"/>
    <p:sldId id="265" r:id="rId6"/>
    <p:sldId id="259" r:id="rId7"/>
    <p:sldId id="267" r:id="rId8"/>
    <p:sldId id="260" r:id="rId9"/>
    <p:sldId id="261" r:id="rId10"/>
    <p:sldId id="262" r:id="rId11"/>
    <p:sldId id="270" r:id="rId12"/>
    <p:sldId id="269" r:id="rId13"/>
    <p:sldId id="271" r:id="rId14"/>
    <p:sldId id="268" r:id="rId15"/>
    <p:sldId id="263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46A40A-E435-40EA-8500-25A4A0351489}" v="16" dt="2026-07-29T20:40:48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vannah Karin Miller" userId="22c948fc-cece-4b89-9db3-f9f8a6b29aef" providerId="ADAL" clId="{39DE2C0E-7095-495B-81F3-37AFAFAFC50B}"/>
    <pc:docChg chg="undo custSel addSld modSld sldOrd">
      <pc:chgData name="Savannah Karin Miller" userId="22c948fc-cece-4b89-9db3-f9f8a6b29aef" providerId="ADAL" clId="{39DE2C0E-7095-495B-81F3-37AFAFAFC50B}" dt="2026-07-29T22:16:06.493" v="2258" actId="20577"/>
      <pc:docMkLst>
        <pc:docMk/>
      </pc:docMkLst>
      <pc:sldChg chg="modSp mod">
        <pc:chgData name="Savannah Karin Miller" userId="22c948fc-cece-4b89-9db3-f9f8a6b29aef" providerId="ADAL" clId="{39DE2C0E-7095-495B-81F3-37AFAFAFC50B}" dt="2026-07-29T22:16:06.493" v="2258" actId="20577"/>
        <pc:sldMkLst>
          <pc:docMk/>
          <pc:sldMk cId="3970807797" sldId="256"/>
        </pc:sldMkLst>
        <pc:spChg chg="mod">
          <ac:chgData name="Savannah Karin Miller" userId="22c948fc-cece-4b89-9db3-f9f8a6b29aef" providerId="ADAL" clId="{39DE2C0E-7095-495B-81F3-37AFAFAFC50B}" dt="2026-07-29T19:20:34.592" v="1463" actId="255"/>
          <ac:spMkLst>
            <pc:docMk/>
            <pc:sldMk cId="3970807797" sldId="256"/>
            <ac:spMk id="2" creationId="{7915612B-93FF-6099-31B8-2632E9A19913}"/>
          </ac:spMkLst>
        </pc:spChg>
        <pc:spChg chg="mod">
          <ac:chgData name="Savannah Karin Miller" userId="22c948fc-cece-4b89-9db3-f9f8a6b29aef" providerId="ADAL" clId="{39DE2C0E-7095-495B-81F3-37AFAFAFC50B}" dt="2026-07-29T22:16:06.493" v="2258" actId="20577"/>
          <ac:spMkLst>
            <pc:docMk/>
            <pc:sldMk cId="3970807797" sldId="256"/>
            <ac:spMk id="3" creationId="{ECFEEC51-C8C4-1819-E375-4856DE71DDA8}"/>
          </ac:spMkLst>
        </pc:spChg>
      </pc:sldChg>
      <pc:sldChg chg="addSp delSp modSp mod">
        <pc:chgData name="Savannah Karin Miller" userId="22c948fc-cece-4b89-9db3-f9f8a6b29aef" providerId="ADAL" clId="{39DE2C0E-7095-495B-81F3-37AFAFAFC50B}" dt="2026-07-29T08:32:54.260" v="12" actId="1076"/>
        <pc:sldMkLst>
          <pc:docMk/>
          <pc:sldMk cId="1595076724" sldId="258"/>
        </pc:sldMkLst>
        <pc:spChg chg="add del mod">
          <ac:chgData name="Savannah Karin Miller" userId="22c948fc-cece-4b89-9db3-f9f8a6b29aef" providerId="ADAL" clId="{39DE2C0E-7095-495B-81F3-37AFAFAFC50B}" dt="2026-07-29T08:32:27.514" v="7" actId="931"/>
          <ac:spMkLst>
            <pc:docMk/>
            <pc:sldMk cId="1595076724" sldId="258"/>
            <ac:spMk id="20" creationId="{5D6C9C28-8989-C6A2-C25C-B0C71C8D9BA2}"/>
          </ac:spMkLst>
        </pc:spChg>
        <pc:picChg chg="del mod">
          <ac:chgData name="Savannah Karin Miller" userId="22c948fc-cece-4b89-9db3-f9f8a6b29aef" providerId="ADAL" clId="{39DE2C0E-7095-495B-81F3-37AFAFAFC50B}" dt="2026-07-29T08:32:09.104" v="6" actId="478"/>
          <ac:picMkLst>
            <pc:docMk/>
            <pc:sldMk cId="1595076724" sldId="258"/>
            <ac:picMk id="14" creationId="{2E53FD5B-9E90-8A46-6908-01C7FAB92ED0}"/>
          </ac:picMkLst>
        </pc:picChg>
        <pc:picChg chg="add mod ord">
          <ac:chgData name="Savannah Karin Miller" userId="22c948fc-cece-4b89-9db3-f9f8a6b29aef" providerId="ADAL" clId="{39DE2C0E-7095-495B-81F3-37AFAFAFC50B}" dt="2026-07-29T08:32:54.260" v="12" actId="1076"/>
          <ac:picMkLst>
            <pc:docMk/>
            <pc:sldMk cId="1595076724" sldId="258"/>
            <ac:picMk id="22" creationId="{A74A32ED-9C56-1703-135B-B45D26B1BD63}"/>
          </ac:picMkLst>
        </pc:picChg>
      </pc:sldChg>
      <pc:sldChg chg="addSp delSp modSp mod">
        <pc:chgData name="Savannah Karin Miller" userId="22c948fc-cece-4b89-9db3-f9f8a6b29aef" providerId="ADAL" clId="{39DE2C0E-7095-495B-81F3-37AFAFAFC50B}" dt="2026-07-29T08:39:00.162" v="39" actId="1076"/>
        <pc:sldMkLst>
          <pc:docMk/>
          <pc:sldMk cId="628384352" sldId="259"/>
        </pc:sldMkLst>
        <pc:spChg chg="add del mod">
          <ac:chgData name="Savannah Karin Miller" userId="22c948fc-cece-4b89-9db3-f9f8a6b29aef" providerId="ADAL" clId="{39DE2C0E-7095-495B-81F3-37AFAFAFC50B}" dt="2026-07-29T08:38:55.739" v="37"/>
          <ac:spMkLst>
            <pc:docMk/>
            <pc:sldMk cId="628384352" sldId="259"/>
            <ac:spMk id="7" creationId="{E8EA6EF0-7EFE-E0E4-A4BF-04ABE3278B62}"/>
          </ac:spMkLst>
        </pc:spChg>
        <pc:picChg chg="del mod">
          <ac:chgData name="Savannah Karin Miller" userId="22c948fc-cece-4b89-9db3-f9f8a6b29aef" providerId="ADAL" clId="{39DE2C0E-7095-495B-81F3-37AFAFAFC50B}" dt="2026-07-29T08:38:52.236" v="36" actId="478"/>
          <ac:picMkLst>
            <pc:docMk/>
            <pc:sldMk cId="628384352" sldId="259"/>
            <ac:picMk id="5" creationId="{932555D2-D9C7-7D2B-BA1B-44A9975E53AF}"/>
          </ac:picMkLst>
        </pc:picChg>
        <pc:picChg chg="add mod">
          <ac:chgData name="Savannah Karin Miller" userId="22c948fc-cece-4b89-9db3-f9f8a6b29aef" providerId="ADAL" clId="{39DE2C0E-7095-495B-81F3-37AFAFAFC50B}" dt="2026-07-29T08:39:00.162" v="39" actId="1076"/>
          <ac:picMkLst>
            <pc:docMk/>
            <pc:sldMk cId="628384352" sldId="259"/>
            <ac:picMk id="8" creationId="{5F604D53-B369-0F37-ACFD-9548B69B1481}"/>
          </ac:picMkLst>
        </pc:picChg>
      </pc:sldChg>
      <pc:sldChg chg="addSp delSp modSp mod">
        <pc:chgData name="Savannah Karin Miller" userId="22c948fc-cece-4b89-9db3-f9f8a6b29aef" providerId="ADAL" clId="{39DE2C0E-7095-495B-81F3-37AFAFAFC50B}" dt="2026-07-29T08:40:35.525" v="58" actId="1076"/>
        <pc:sldMkLst>
          <pc:docMk/>
          <pc:sldMk cId="2704705676" sldId="260"/>
        </pc:sldMkLst>
        <pc:spChg chg="add del mod">
          <ac:chgData name="Savannah Karin Miller" userId="22c948fc-cece-4b89-9db3-f9f8a6b29aef" providerId="ADAL" clId="{39DE2C0E-7095-495B-81F3-37AFAFAFC50B}" dt="2026-07-29T08:40:18.026" v="49"/>
          <ac:spMkLst>
            <pc:docMk/>
            <pc:sldMk cId="2704705676" sldId="260"/>
            <ac:spMk id="12" creationId="{549F2F91-FED2-1241-359B-388B3670A071}"/>
          </ac:spMkLst>
        </pc:spChg>
        <pc:picChg chg="del mod">
          <ac:chgData name="Savannah Karin Miller" userId="22c948fc-cece-4b89-9db3-f9f8a6b29aef" providerId="ADAL" clId="{39DE2C0E-7095-495B-81F3-37AFAFAFC50B}" dt="2026-07-29T08:39:57.086" v="45" actId="478"/>
          <ac:picMkLst>
            <pc:docMk/>
            <pc:sldMk cId="2704705676" sldId="260"/>
            <ac:picMk id="8" creationId="{34D35450-C4C8-E0BB-ED4A-410C7465B496}"/>
          </ac:picMkLst>
        </pc:picChg>
        <pc:picChg chg="add mod">
          <ac:chgData name="Savannah Karin Miller" userId="22c948fc-cece-4b89-9db3-f9f8a6b29aef" providerId="ADAL" clId="{39DE2C0E-7095-495B-81F3-37AFAFAFC50B}" dt="2026-07-29T08:40:35.525" v="58" actId="1076"/>
          <ac:picMkLst>
            <pc:docMk/>
            <pc:sldMk cId="2704705676" sldId="260"/>
            <ac:picMk id="13" creationId="{6CB4F533-F236-A04F-2F09-CED45B168D4F}"/>
          </ac:picMkLst>
        </pc:picChg>
      </pc:sldChg>
      <pc:sldChg chg="addSp delSp modSp mod modClrScheme chgLayout">
        <pc:chgData name="Savannah Karin Miller" userId="22c948fc-cece-4b89-9db3-f9f8a6b29aef" providerId="ADAL" clId="{39DE2C0E-7095-495B-81F3-37AFAFAFC50B}" dt="2026-07-29T17:32:46.158" v="500" actId="20577"/>
        <pc:sldMkLst>
          <pc:docMk/>
          <pc:sldMk cId="2497130580" sldId="261"/>
        </pc:sldMkLst>
        <pc:spChg chg="mod ord">
          <ac:chgData name="Savannah Karin Miller" userId="22c948fc-cece-4b89-9db3-f9f8a6b29aef" providerId="ADAL" clId="{39DE2C0E-7095-495B-81F3-37AFAFAFC50B}" dt="2026-07-29T17:27:13.575" v="376" actId="20577"/>
          <ac:spMkLst>
            <pc:docMk/>
            <pc:sldMk cId="2497130580" sldId="261"/>
            <ac:spMk id="2" creationId="{0EB2D969-B3B7-8A8F-47DF-3770E7534590}"/>
          </ac:spMkLst>
        </pc:spChg>
        <pc:spChg chg="del mod ord">
          <ac:chgData name="Savannah Karin Miller" userId="22c948fc-cece-4b89-9db3-f9f8a6b29aef" providerId="ADAL" clId="{39DE2C0E-7095-495B-81F3-37AFAFAFC50B}" dt="2026-07-29T17:27:41.118" v="383" actId="478"/>
          <ac:spMkLst>
            <pc:docMk/>
            <pc:sldMk cId="2497130580" sldId="261"/>
            <ac:spMk id="3" creationId="{C46CB7B7-4D6A-F194-93FB-30CE3BBF358E}"/>
          </ac:spMkLst>
        </pc:spChg>
        <pc:spChg chg="add del mod ord">
          <ac:chgData name="Savannah Karin Miller" userId="22c948fc-cece-4b89-9db3-f9f8a6b29aef" providerId="ADAL" clId="{39DE2C0E-7095-495B-81F3-37AFAFAFC50B}" dt="2026-07-29T17:29:04.677" v="386" actId="22"/>
          <ac:spMkLst>
            <pc:docMk/>
            <pc:sldMk cId="2497130580" sldId="261"/>
            <ac:spMk id="4" creationId="{82C00724-23F3-A0B9-8DFE-DF9BCA61D690}"/>
          </ac:spMkLst>
        </pc:spChg>
        <pc:spChg chg="add del mod">
          <ac:chgData name="Savannah Karin Miller" userId="22c948fc-cece-4b89-9db3-f9f8a6b29aef" providerId="ADAL" clId="{39DE2C0E-7095-495B-81F3-37AFAFAFC50B}" dt="2026-07-29T17:29:52.887" v="388" actId="22"/>
          <ac:spMkLst>
            <pc:docMk/>
            <pc:sldMk cId="2497130580" sldId="261"/>
            <ac:spMk id="6" creationId="{3199F4CA-AE63-965B-0B58-1F7138D2B722}"/>
          </ac:spMkLst>
        </pc:spChg>
        <pc:spChg chg="add mod">
          <ac:chgData name="Savannah Karin Miller" userId="22c948fc-cece-4b89-9db3-f9f8a6b29aef" providerId="ADAL" clId="{39DE2C0E-7095-495B-81F3-37AFAFAFC50B}" dt="2026-07-29T17:32:16.899" v="484" actId="20577"/>
          <ac:spMkLst>
            <pc:docMk/>
            <pc:sldMk cId="2497130580" sldId="261"/>
            <ac:spMk id="11" creationId="{0962EBAE-011E-C47F-4AC9-E61BFDDF15E3}"/>
          </ac:spMkLst>
        </pc:spChg>
        <pc:spChg chg="add mod">
          <ac:chgData name="Savannah Karin Miller" userId="22c948fc-cece-4b89-9db3-f9f8a6b29aef" providerId="ADAL" clId="{39DE2C0E-7095-495B-81F3-37AFAFAFC50B}" dt="2026-07-29T17:32:46.158" v="500" actId="20577"/>
          <ac:spMkLst>
            <pc:docMk/>
            <pc:sldMk cId="2497130580" sldId="261"/>
            <ac:spMk id="13" creationId="{6428F65A-B744-60D5-A4C2-E4C996856D8F}"/>
          </ac:spMkLst>
        </pc:spChg>
        <pc:picChg chg="add mod ord">
          <ac:chgData name="Savannah Karin Miller" userId="22c948fc-cece-4b89-9db3-f9f8a6b29aef" providerId="ADAL" clId="{39DE2C0E-7095-495B-81F3-37AFAFAFC50B}" dt="2026-07-29T17:29:04.677" v="386" actId="22"/>
          <ac:picMkLst>
            <pc:docMk/>
            <pc:sldMk cId="2497130580" sldId="261"/>
            <ac:picMk id="8" creationId="{FC3BAAB9-25C4-C6FD-CB10-3F27D8E9A679}"/>
          </ac:picMkLst>
        </pc:picChg>
        <pc:picChg chg="add mod ord">
          <ac:chgData name="Savannah Karin Miller" userId="22c948fc-cece-4b89-9db3-f9f8a6b29aef" providerId="ADAL" clId="{39DE2C0E-7095-495B-81F3-37AFAFAFC50B}" dt="2026-07-29T17:30:40.430" v="390" actId="1076"/>
          <ac:picMkLst>
            <pc:docMk/>
            <pc:sldMk cId="2497130580" sldId="261"/>
            <ac:picMk id="10" creationId="{F9F9D347-F411-207A-B530-49E65C5E5AEB}"/>
          </ac:picMkLst>
        </pc:picChg>
      </pc:sldChg>
      <pc:sldChg chg="addSp delSp modSp mod">
        <pc:chgData name="Savannah Karin Miller" userId="22c948fc-cece-4b89-9db3-f9f8a6b29aef" providerId="ADAL" clId="{39DE2C0E-7095-495B-81F3-37AFAFAFC50B}" dt="2026-07-29T20:26:03.159" v="1672" actId="1076"/>
        <pc:sldMkLst>
          <pc:docMk/>
          <pc:sldMk cId="947737170" sldId="262"/>
        </pc:sldMkLst>
        <pc:spChg chg="mod">
          <ac:chgData name="Savannah Karin Miller" userId="22c948fc-cece-4b89-9db3-f9f8a6b29aef" providerId="ADAL" clId="{39DE2C0E-7095-495B-81F3-37AFAFAFC50B}" dt="2026-07-29T17:36:06.621" v="589" actId="20577"/>
          <ac:spMkLst>
            <pc:docMk/>
            <pc:sldMk cId="947737170" sldId="262"/>
            <ac:spMk id="2" creationId="{493EE280-CBA5-EE2F-3EEC-903EA23F648C}"/>
          </ac:spMkLst>
        </pc:spChg>
        <pc:spChg chg="add del">
          <ac:chgData name="Savannah Karin Miller" userId="22c948fc-cece-4b89-9db3-f9f8a6b29aef" providerId="ADAL" clId="{39DE2C0E-7095-495B-81F3-37AFAFAFC50B}" dt="2026-07-29T18:02:18.453" v="973" actId="478"/>
          <ac:spMkLst>
            <pc:docMk/>
            <pc:sldMk cId="947737170" sldId="262"/>
            <ac:spMk id="7" creationId="{118FA025-4BB9-5CD0-655B-37D12A12D803}"/>
          </ac:spMkLst>
        </pc:spChg>
        <pc:spChg chg="add mod">
          <ac:chgData name="Savannah Karin Miller" userId="22c948fc-cece-4b89-9db3-f9f8a6b29aef" providerId="ADAL" clId="{39DE2C0E-7095-495B-81F3-37AFAFAFC50B}" dt="2026-07-29T20:23:21.756" v="1578" actId="14100"/>
          <ac:spMkLst>
            <pc:docMk/>
            <pc:sldMk cId="947737170" sldId="262"/>
            <ac:spMk id="16" creationId="{0242CA92-4E9A-3416-6854-70DA028BA82F}"/>
          </ac:spMkLst>
        </pc:spChg>
        <pc:spChg chg="add del mod">
          <ac:chgData name="Savannah Karin Miller" userId="22c948fc-cece-4b89-9db3-f9f8a6b29aef" providerId="ADAL" clId="{39DE2C0E-7095-495B-81F3-37AFAFAFC50B}" dt="2026-07-29T20:23:53.739" v="1618"/>
          <ac:spMkLst>
            <pc:docMk/>
            <pc:sldMk cId="947737170" sldId="262"/>
            <ac:spMk id="17" creationId="{3DB9F80C-CF76-40D4-9232-D5A87F5B86A7}"/>
          </ac:spMkLst>
        </pc:spChg>
        <pc:spChg chg="add mod">
          <ac:chgData name="Savannah Karin Miller" userId="22c948fc-cece-4b89-9db3-f9f8a6b29aef" providerId="ADAL" clId="{39DE2C0E-7095-495B-81F3-37AFAFAFC50B}" dt="2026-07-29T20:25:02.339" v="1660" actId="1076"/>
          <ac:spMkLst>
            <pc:docMk/>
            <pc:sldMk cId="947737170" sldId="262"/>
            <ac:spMk id="18" creationId="{DEB6A01F-A5E4-DDC8-35A1-0AE7965559AE}"/>
          </ac:spMkLst>
        </pc:spChg>
        <pc:spChg chg="add mod">
          <ac:chgData name="Savannah Karin Miller" userId="22c948fc-cece-4b89-9db3-f9f8a6b29aef" providerId="ADAL" clId="{39DE2C0E-7095-495B-81F3-37AFAFAFC50B}" dt="2026-07-29T20:25:26.830" v="1663" actId="1076"/>
          <ac:spMkLst>
            <pc:docMk/>
            <pc:sldMk cId="947737170" sldId="262"/>
            <ac:spMk id="20" creationId="{FBF7BE09-E2C4-8BFA-BBBA-7E6B2169D517}"/>
          </ac:spMkLst>
        </pc:spChg>
        <pc:spChg chg="add mod">
          <ac:chgData name="Savannah Karin Miller" userId="22c948fc-cece-4b89-9db3-f9f8a6b29aef" providerId="ADAL" clId="{39DE2C0E-7095-495B-81F3-37AFAFAFC50B}" dt="2026-07-29T20:25:57.788" v="1671" actId="14100"/>
          <ac:spMkLst>
            <pc:docMk/>
            <pc:sldMk cId="947737170" sldId="262"/>
            <ac:spMk id="22" creationId="{23B86309-ED37-CF60-EFBF-8DCA188B67E7}"/>
          </ac:spMkLst>
        </pc:spChg>
        <pc:spChg chg="add mod">
          <ac:chgData name="Savannah Karin Miller" userId="22c948fc-cece-4b89-9db3-f9f8a6b29aef" providerId="ADAL" clId="{39DE2C0E-7095-495B-81F3-37AFAFAFC50B}" dt="2026-07-29T20:26:03.159" v="1672" actId="1076"/>
          <ac:spMkLst>
            <pc:docMk/>
            <pc:sldMk cId="947737170" sldId="262"/>
            <ac:spMk id="24" creationId="{3344517A-BBD1-1902-A0D4-18DE3C429C9A}"/>
          </ac:spMkLst>
        </pc:spChg>
        <pc:picChg chg="del mod">
          <ac:chgData name="Savannah Karin Miller" userId="22c948fc-cece-4b89-9db3-f9f8a6b29aef" providerId="ADAL" clId="{39DE2C0E-7095-495B-81F3-37AFAFAFC50B}" dt="2026-07-29T17:45:38.395" v="765" actId="21"/>
          <ac:picMkLst>
            <pc:docMk/>
            <pc:sldMk cId="947737170" sldId="262"/>
            <ac:picMk id="4" creationId="{2C0A5E85-4AB8-BA22-2EB3-3F4BD493A05B}"/>
          </ac:picMkLst>
        </pc:picChg>
        <pc:picChg chg="add del mod">
          <ac:chgData name="Savannah Karin Miller" userId="22c948fc-cece-4b89-9db3-f9f8a6b29aef" providerId="ADAL" clId="{39DE2C0E-7095-495B-81F3-37AFAFAFC50B}" dt="2026-07-29T17:55:47.714" v="970" actId="478"/>
          <ac:picMkLst>
            <pc:docMk/>
            <pc:sldMk cId="947737170" sldId="262"/>
            <ac:picMk id="5" creationId="{3A86C7E8-DFCE-99A2-D172-B9B566090120}"/>
          </ac:picMkLst>
        </pc:picChg>
        <pc:picChg chg="add del mod">
          <ac:chgData name="Savannah Karin Miller" userId="22c948fc-cece-4b89-9db3-f9f8a6b29aef" providerId="ADAL" clId="{39DE2C0E-7095-495B-81F3-37AFAFAFC50B}" dt="2026-07-29T18:02:53.716" v="982" actId="21"/>
          <ac:picMkLst>
            <pc:docMk/>
            <pc:sldMk cId="947737170" sldId="262"/>
            <ac:picMk id="9" creationId="{45721ACE-64A1-F408-019F-2CB442B0493E}"/>
          </ac:picMkLst>
        </pc:picChg>
        <pc:picChg chg="add del mod">
          <ac:chgData name="Savannah Karin Miller" userId="22c948fc-cece-4b89-9db3-f9f8a6b29aef" providerId="ADAL" clId="{39DE2C0E-7095-495B-81F3-37AFAFAFC50B}" dt="2026-07-29T19:49:49.716" v="1473" actId="21"/>
          <ac:picMkLst>
            <pc:docMk/>
            <pc:sldMk cId="947737170" sldId="262"/>
            <ac:picMk id="11" creationId="{844E662D-893B-B3D2-B83E-88D486EC59AA}"/>
          </ac:picMkLst>
        </pc:picChg>
        <pc:picChg chg="add del mod">
          <ac:chgData name="Savannah Karin Miller" userId="22c948fc-cece-4b89-9db3-f9f8a6b29aef" providerId="ADAL" clId="{39DE2C0E-7095-495B-81F3-37AFAFAFC50B}" dt="2026-07-29T19:48:55.973" v="1469" actId="478"/>
          <ac:picMkLst>
            <pc:docMk/>
            <pc:sldMk cId="947737170" sldId="262"/>
            <ac:picMk id="13" creationId="{CF58A35A-049B-C47C-7732-75E9E285AB49}"/>
          </ac:picMkLst>
        </pc:picChg>
        <pc:picChg chg="add mod">
          <ac:chgData name="Savannah Karin Miller" userId="22c948fc-cece-4b89-9db3-f9f8a6b29aef" providerId="ADAL" clId="{39DE2C0E-7095-495B-81F3-37AFAFAFC50B}" dt="2026-07-29T20:23:27.336" v="1580" actId="1076"/>
          <ac:picMkLst>
            <pc:docMk/>
            <pc:sldMk cId="947737170" sldId="262"/>
            <ac:picMk id="15" creationId="{F81EA16E-D1A2-7A20-BB0A-B3E27DCD2440}"/>
          </ac:picMkLst>
        </pc:picChg>
      </pc:sldChg>
      <pc:sldChg chg="addSp delSp modSp mod modClrScheme chgLayout">
        <pc:chgData name="Savannah Karin Miller" userId="22c948fc-cece-4b89-9db3-f9f8a6b29aef" providerId="ADAL" clId="{39DE2C0E-7095-495B-81F3-37AFAFAFC50B}" dt="2026-07-29T20:41:28.220" v="2058" actId="255"/>
        <pc:sldMkLst>
          <pc:docMk/>
          <pc:sldMk cId="1114956207" sldId="263"/>
        </pc:sldMkLst>
        <pc:spChg chg="mod ord">
          <ac:chgData name="Savannah Karin Miller" userId="22c948fc-cece-4b89-9db3-f9f8a6b29aef" providerId="ADAL" clId="{39DE2C0E-7095-495B-81F3-37AFAFAFC50B}" dt="2026-07-29T17:50:09.989" v="963" actId="20577"/>
          <ac:spMkLst>
            <pc:docMk/>
            <pc:sldMk cId="1114956207" sldId="263"/>
            <ac:spMk id="2" creationId="{D6171851-29EB-0907-D9E5-21EF7E692B9F}"/>
          </ac:spMkLst>
        </pc:spChg>
        <pc:spChg chg="del mod ord">
          <ac:chgData name="Savannah Karin Miller" userId="22c948fc-cece-4b89-9db3-f9f8a6b29aef" providerId="ADAL" clId="{39DE2C0E-7095-495B-81F3-37AFAFAFC50B}" dt="2026-07-29T17:49:03.408" v="777" actId="700"/>
          <ac:spMkLst>
            <pc:docMk/>
            <pc:sldMk cId="1114956207" sldId="263"/>
            <ac:spMk id="3" creationId="{36A0514A-EE4F-6ADF-354E-1EE2347CEF8F}"/>
          </ac:spMkLst>
        </pc:spChg>
        <pc:spChg chg="add mod ord">
          <ac:chgData name="Savannah Karin Miller" userId="22c948fc-cece-4b89-9db3-f9f8a6b29aef" providerId="ADAL" clId="{39DE2C0E-7095-495B-81F3-37AFAFAFC50B}" dt="2026-07-29T20:41:18.061" v="2056" actId="255"/>
          <ac:spMkLst>
            <pc:docMk/>
            <pc:sldMk cId="1114956207" sldId="263"/>
            <ac:spMk id="4" creationId="{7182FCB6-D080-0BE5-D407-4A1888DD2783}"/>
          </ac:spMkLst>
        </pc:spChg>
        <pc:spChg chg="add del mod ord">
          <ac:chgData name="Savannah Karin Miller" userId="22c948fc-cece-4b89-9db3-f9f8a6b29aef" providerId="ADAL" clId="{39DE2C0E-7095-495B-81F3-37AFAFAFC50B}" dt="2026-07-29T20:34:06.110" v="1829" actId="478"/>
          <ac:spMkLst>
            <pc:docMk/>
            <pc:sldMk cId="1114956207" sldId="263"/>
            <ac:spMk id="5" creationId="{D99EB840-80F5-5139-8821-7891E45715E7}"/>
          </ac:spMkLst>
        </pc:spChg>
        <pc:spChg chg="add del mod ord">
          <ac:chgData name="Savannah Karin Miller" userId="22c948fc-cece-4b89-9db3-f9f8a6b29aef" providerId="ADAL" clId="{39DE2C0E-7095-495B-81F3-37AFAFAFC50B}" dt="2026-07-29T20:35:37.893" v="1850" actId="478"/>
          <ac:spMkLst>
            <pc:docMk/>
            <pc:sldMk cId="1114956207" sldId="263"/>
            <ac:spMk id="6" creationId="{4F9B01C2-06C5-9F01-C0A7-30B46A79A4CD}"/>
          </ac:spMkLst>
        </pc:spChg>
        <pc:spChg chg="add del mod ord">
          <ac:chgData name="Savannah Karin Miller" userId="22c948fc-cece-4b89-9db3-f9f8a6b29aef" providerId="ADAL" clId="{39DE2C0E-7095-495B-81F3-37AFAFAFC50B}" dt="2026-07-29T20:35:43.889" v="1852" actId="22"/>
          <ac:spMkLst>
            <pc:docMk/>
            <pc:sldMk cId="1114956207" sldId="263"/>
            <ac:spMk id="7" creationId="{5F44FC42-1CB2-F73E-912B-741F2EAF7575}"/>
          </ac:spMkLst>
        </pc:spChg>
        <pc:spChg chg="add del mod">
          <ac:chgData name="Savannah Karin Miller" userId="22c948fc-cece-4b89-9db3-f9f8a6b29aef" providerId="ADAL" clId="{39DE2C0E-7095-495B-81F3-37AFAFAFC50B}" dt="2026-07-29T20:36:28.353" v="1875"/>
          <ac:spMkLst>
            <pc:docMk/>
            <pc:sldMk cId="1114956207" sldId="263"/>
            <ac:spMk id="10" creationId="{9DD2FD88-C56B-AA15-5B8A-6FDAE250F0A3}"/>
          </ac:spMkLst>
        </pc:spChg>
        <pc:spChg chg="add mod">
          <ac:chgData name="Savannah Karin Miller" userId="22c948fc-cece-4b89-9db3-f9f8a6b29aef" providerId="ADAL" clId="{39DE2C0E-7095-495B-81F3-37AFAFAFC50B}" dt="2026-07-29T20:41:28.220" v="2058" actId="255"/>
          <ac:spMkLst>
            <pc:docMk/>
            <pc:sldMk cId="1114956207" sldId="263"/>
            <ac:spMk id="14" creationId="{D9FF1C4B-1681-C5AC-6D67-3E10144DFBD5}"/>
          </ac:spMkLst>
        </pc:spChg>
        <pc:spChg chg="add mod">
          <ac:chgData name="Savannah Karin Miller" userId="22c948fc-cece-4b89-9db3-f9f8a6b29aef" providerId="ADAL" clId="{39DE2C0E-7095-495B-81F3-37AFAFAFC50B}" dt="2026-07-29T20:41:06.878" v="2054" actId="14100"/>
          <ac:spMkLst>
            <pc:docMk/>
            <pc:sldMk cId="1114956207" sldId="263"/>
            <ac:spMk id="17" creationId="{A99F5250-DD08-F3DF-B9AC-FFA142812587}"/>
          </ac:spMkLst>
        </pc:spChg>
        <pc:picChg chg="add mod">
          <ac:chgData name="Savannah Karin Miller" userId="22c948fc-cece-4b89-9db3-f9f8a6b29aef" providerId="ADAL" clId="{39DE2C0E-7095-495B-81F3-37AFAFAFC50B}" dt="2026-07-29T20:40:15.142" v="1979" actId="1076"/>
          <ac:picMkLst>
            <pc:docMk/>
            <pc:sldMk cId="1114956207" sldId="263"/>
            <ac:picMk id="9" creationId="{DF2A9CC4-5967-9409-51CD-B22B8D7275D3}"/>
          </ac:picMkLst>
        </pc:picChg>
        <pc:picChg chg="add del mod">
          <ac:chgData name="Savannah Karin Miller" userId="22c948fc-cece-4b89-9db3-f9f8a6b29aef" providerId="ADAL" clId="{39DE2C0E-7095-495B-81F3-37AFAFAFC50B}" dt="2026-07-29T20:35:40.760" v="1851" actId="21"/>
          <ac:picMkLst>
            <pc:docMk/>
            <pc:sldMk cId="1114956207" sldId="263"/>
            <ac:picMk id="12" creationId="{12989FF8-FF0C-619F-F8E0-C898CD25BB9A}"/>
          </ac:picMkLst>
        </pc:picChg>
        <pc:picChg chg="add mod ord">
          <ac:chgData name="Savannah Karin Miller" userId="22c948fc-cece-4b89-9db3-f9f8a6b29aef" providerId="ADAL" clId="{39DE2C0E-7095-495B-81F3-37AFAFAFC50B}" dt="2026-07-29T20:40:17.235" v="1980" actId="1076"/>
          <ac:picMkLst>
            <pc:docMk/>
            <pc:sldMk cId="1114956207" sldId="263"/>
            <ac:picMk id="16" creationId="{51BD4C44-49EB-028A-0AAB-E4B01269A736}"/>
          </ac:picMkLst>
        </pc:picChg>
      </pc:sldChg>
      <pc:sldChg chg="modSp mod">
        <pc:chgData name="Savannah Karin Miller" userId="22c948fc-cece-4b89-9db3-f9f8a6b29aef" providerId="ADAL" clId="{39DE2C0E-7095-495B-81F3-37AFAFAFC50B}" dt="2026-07-29T17:08:36.114" v="187" actId="20577"/>
        <pc:sldMkLst>
          <pc:docMk/>
          <pc:sldMk cId="1371672392" sldId="264"/>
        </pc:sldMkLst>
        <pc:spChg chg="mod">
          <ac:chgData name="Savannah Karin Miller" userId="22c948fc-cece-4b89-9db3-f9f8a6b29aef" providerId="ADAL" clId="{39DE2C0E-7095-495B-81F3-37AFAFAFC50B}" dt="2026-07-29T17:08:36.114" v="187" actId="20577"/>
          <ac:spMkLst>
            <pc:docMk/>
            <pc:sldMk cId="1371672392" sldId="264"/>
            <ac:spMk id="2" creationId="{61E29241-4EE7-9161-2130-6FB37F3542F2}"/>
          </ac:spMkLst>
        </pc:spChg>
        <pc:picChg chg="mod">
          <ac:chgData name="Savannah Karin Miller" userId="22c948fc-cece-4b89-9db3-f9f8a6b29aef" providerId="ADAL" clId="{39DE2C0E-7095-495B-81F3-37AFAFAFC50B}" dt="2026-07-29T08:29:15.779" v="1" actId="207"/>
          <ac:picMkLst>
            <pc:docMk/>
            <pc:sldMk cId="1371672392" sldId="264"/>
            <ac:picMk id="8" creationId="{1038A7B1-1DCC-84F4-C9B8-830AC8442C85}"/>
          </ac:picMkLst>
        </pc:picChg>
      </pc:sldChg>
      <pc:sldChg chg="addSp delSp modSp mod">
        <pc:chgData name="Savannah Karin Miller" userId="22c948fc-cece-4b89-9db3-f9f8a6b29aef" providerId="ADAL" clId="{39DE2C0E-7095-495B-81F3-37AFAFAFC50B}" dt="2026-07-29T08:37:54.547" v="32" actId="14100"/>
        <pc:sldMkLst>
          <pc:docMk/>
          <pc:sldMk cId="1896672594" sldId="265"/>
        </pc:sldMkLst>
        <pc:spChg chg="add del mod">
          <ac:chgData name="Savannah Karin Miller" userId="22c948fc-cece-4b89-9db3-f9f8a6b29aef" providerId="ADAL" clId="{39DE2C0E-7095-495B-81F3-37AFAFAFC50B}" dt="2026-07-29T08:35:52.174" v="19" actId="22"/>
          <ac:spMkLst>
            <pc:docMk/>
            <pc:sldMk cId="1896672594" sldId="265"/>
            <ac:spMk id="6" creationId="{D41EE878-AB3C-182A-C2FE-1944A52AB864}"/>
          </ac:spMkLst>
        </pc:spChg>
        <pc:spChg chg="add del mod">
          <ac:chgData name="Savannah Karin Miller" userId="22c948fc-cece-4b89-9db3-f9f8a6b29aef" providerId="ADAL" clId="{39DE2C0E-7095-495B-81F3-37AFAFAFC50B}" dt="2026-07-29T08:37:45.287" v="26" actId="22"/>
          <ac:spMkLst>
            <pc:docMk/>
            <pc:sldMk cId="1896672594" sldId="265"/>
            <ac:spMk id="10" creationId="{28069A08-ABD9-2239-52C5-1E977A6DEE2D}"/>
          </ac:spMkLst>
        </pc:spChg>
        <pc:picChg chg="add del mod ord">
          <ac:chgData name="Savannah Karin Miller" userId="22c948fc-cece-4b89-9db3-f9f8a6b29aef" providerId="ADAL" clId="{39DE2C0E-7095-495B-81F3-37AFAFAFC50B}" dt="2026-07-29T08:36:01.615" v="25" actId="478"/>
          <ac:picMkLst>
            <pc:docMk/>
            <pc:sldMk cId="1896672594" sldId="265"/>
            <ac:picMk id="8" creationId="{FDDD2FF8-7098-E25B-48BA-43E4FE6D526E}"/>
          </ac:picMkLst>
        </pc:picChg>
        <pc:picChg chg="add mod ord">
          <ac:chgData name="Savannah Karin Miller" userId="22c948fc-cece-4b89-9db3-f9f8a6b29aef" providerId="ADAL" clId="{39DE2C0E-7095-495B-81F3-37AFAFAFC50B}" dt="2026-07-29T08:37:54.547" v="32" actId="14100"/>
          <ac:picMkLst>
            <pc:docMk/>
            <pc:sldMk cId="1896672594" sldId="265"/>
            <ac:picMk id="12" creationId="{AA605C31-F99B-8E86-7437-5AFC96E0B974}"/>
          </ac:picMkLst>
        </pc:picChg>
        <pc:picChg chg="del mod">
          <ac:chgData name="Savannah Karin Miller" userId="22c948fc-cece-4b89-9db3-f9f8a6b29aef" providerId="ADAL" clId="{39DE2C0E-7095-495B-81F3-37AFAFAFC50B}" dt="2026-07-29T08:35:35.822" v="18" actId="478"/>
          <ac:picMkLst>
            <pc:docMk/>
            <pc:sldMk cId="1896672594" sldId="265"/>
            <ac:picMk id="16" creationId="{EB6302A7-31AC-CBD0-DD8D-E60483ADFE5E}"/>
          </ac:picMkLst>
        </pc:picChg>
      </pc:sldChg>
      <pc:sldChg chg="addSp delSp modSp mod">
        <pc:chgData name="Savannah Karin Miller" userId="22c948fc-cece-4b89-9db3-f9f8a6b29aef" providerId="ADAL" clId="{39DE2C0E-7095-495B-81F3-37AFAFAFC50B}" dt="2026-07-29T08:40:05.069" v="48" actId="1076"/>
        <pc:sldMkLst>
          <pc:docMk/>
          <pc:sldMk cId="2816263798" sldId="267"/>
        </pc:sldMkLst>
        <pc:spChg chg="add del mod">
          <ac:chgData name="Savannah Karin Miller" userId="22c948fc-cece-4b89-9db3-f9f8a6b29aef" providerId="ADAL" clId="{39DE2C0E-7095-495B-81F3-37AFAFAFC50B}" dt="2026-07-29T08:39:29.017" v="41"/>
          <ac:spMkLst>
            <pc:docMk/>
            <pc:sldMk cId="2816263798" sldId="267"/>
            <ac:spMk id="7" creationId="{560A4C42-ED35-521D-37D2-69A92ABC1913}"/>
          </ac:spMkLst>
        </pc:spChg>
        <pc:picChg chg="del">
          <ac:chgData name="Savannah Karin Miller" userId="22c948fc-cece-4b89-9db3-f9f8a6b29aef" providerId="ADAL" clId="{39DE2C0E-7095-495B-81F3-37AFAFAFC50B}" dt="2026-07-29T08:39:23.414" v="40" actId="478"/>
          <ac:picMkLst>
            <pc:docMk/>
            <pc:sldMk cId="2816263798" sldId="267"/>
            <ac:picMk id="6" creationId="{F9F3BC3E-B445-4EE2-5E40-4C9270E3562C}"/>
          </ac:picMkLst>
        </pc:picChg>
        <pc:picChg chg="add mod">
          <ac:chgData name="Savannah Karin Miller" userId="22c948fc-cece-4b89-9db3-f9f8a6b29aef" providerId="ADAL" clId="{39DE2C0E-7095-495B-81F3-37AFAFAFC50B}" dt="2026-07-29T08:40:05.069" v="48" actId="1076"/>
          <ac:picMkLst>
            <pc:docMk/>
            <pc:sldMk cId="2816263798" sldId="267"/>
            <ac:picMk id="9" creationId="{26E45378-D299-4334-DEBD-B1BFA4365E71}"/>
          </ac:picMkLst>
        </pc:picChg>
      </pc:sldChg>
      <pc:sldChg chg="addSp delSp modSp mod">
        <pc:chgData name="Savannah Karin Miller" userId="22c948fc-cece-4b89-9db3-f9f8a6b29aef" providerId="ADAL" clId="{39DE2C0E-7095-495B-81F3-37AFAFAFC50B}" dt="2026-07-29T20:20:48.272" v="1514" actId="1076"/>
        <pc:sldMkLst>
          <pc:docMk/>
          <pc:sldMk cId="2145345967" sldId="268"/>
        </pc:sldMkLst>
        <pc:spChg chg="mod">
          <ac:chgData name="Savannah Karin Miller" userId="22c948fc-cece-4b89-9db3-f9f8a6b29aef" providerId="ADAL" clId="{39DE2C0E-7095-495B-81F3-37AFAFAFC50B}" dt="2026-07-29T17:36:44.171" v="630" actId="20577"/>
          <ac:spMkLst>
            <pc:docMk/>
            <pc:sldMk cId="2145345967" sldId="268"/>
            <ac:spMk id="2" creationId="{DE3B2E3D-7DE4-D53C-F9F5-6CB5234FC27E}"/>
          </ac:spMkLst>
        </pc:spChg>
        <pc:spChg chg="add del mod">
          <ac:chgData name="Savannah Karin Miller" userId="22c948fc-cece-4b89-9db3-f9f8a6b29aef" providerId="ADAL" clId="{39DE2C0E-7095-495B-81F3-37AFAFAFC50B}" dt="2026-07-29T17:45:46.267" v="767" actId="478"/>
          <ac:spMkLst>
            <pc:docMk/>
            <pc:sldMk cId="2145345967" sldId="268"/>
            <ac:spMk id="4" creationId="{3EED9E8A-C888-1DC2-A517-533CB062D495}"/>
          </ac:spMkLst>
        </pc:spChg>
        <pc:spChg chg="del">
          <ac:chgData name="Savannah Karin Miller" userId="22c948fc-cece-4b89-9db3-f9f8a6b29aef" providerId="ADAL" clId="{39DE2C0E-7095-495B-81F3-37AFAFAFC50B}" dt="2026-07-29T20:20:39.680" v="1510" actId="478"/>
          <ac:spMkLst>
            <pc:docMk/>
            <pc:sldMk cId="2145345967" sldId="268"/>
            <ac:spMk id="7" creationId="{8E4F8772-8AC8-5C7E-7E80-DAA5954A14D0}"/>
          </ac:spMkLst>
        </pc:spChg>
        <pc:spChg chg="del mod">
          <ac:chgData name="Savannah Karin Miller" userId="22c948fc-cece-4b89-9db3-f9f8a6b29aef" providerId="ADAL" clId="{39DE2C0E-7095-495B-81F3-37AFAFAFC50B}" dt="2026-07-29T20:20:42.700" v="1511" actId="478"/>
          <ac:spMkLst>
            <pc:docMk/>
            <pc:sldMk cId="2145345967" sldId="268"/>
            <ac:spMk id="8" creationId="{38352E30-ADEC-E4A2-940C-1F8C407DB913}"/>
          </ac:spMkLst>
        </pc:spChg>
        <pc:picChg chg="del">
          <ac:chgData name="Savannah Karin Miller" userId="22c948fc-cece-4b89-9db3-f9f8a6b29aef" providerId="ADAL" clId="{39DE2C0E-7095-495B-81F3-37AFAFAFC50B}" dt="2026-07-29T17:45:47.397" v="768" actId="478"/>
          <ac:picMkLst>
            <pc:docMk/>
            <pc:sldMk cId="2145345967" sldId="268"/>
            <ac:picMk id="5" creationId="{5A0DB609-6E9B-9D56-8657-968DF4F2C970}"/>
          </ac:picMkLst>
        </pc:picChg>
        <pc:picChg chg="del">
          <ac:chgData name="Savannah Karin Miller" userId="22c948fc-cece-4b89-9db3-f9f8a6b29aef" providerId="ADAL" clId="{39DE2C0E-7095-495B-81F3-37AFAFAFC50B}" dt="2026-07-29T17:45:41.592" v="766" actId="478"/>
          <ac:picMkLst>
            <pc:docMk/>
            <pc:sldMk cId="2145345967" sldId="268"/>
            <ac:picMk id="6" creationId="{2AD7C0D1-54EE-EB20-7A64-EA8245E8C668}"/>
          </ac:picMkLst>
        </pc:picChg>
        <pc:picChg chg="add mod">
          <ac:chgData name="Savannah Karin Miller" userId="22c948fc-cece-4b89-9db3-f9f8a6b29aef" providerId="ADAL" clId="{39DE2C0E-7095-495B-81F3-37AFAFAFC50B}" dt="2026-07-29T20:20:48.272" v="1514" actId="1076"/>
          <ac:picMkLst>
            <pc:docMk/>
            <pc:sldMk cId="2145345967" sldId="268"/>
            <ac:picMk id="10" creationId="{16CEDC65-8324-6BD9-3DFA-BA08B000B98B}"/>
          </ac:picMkLst>
        </pc:picChg>
      </pc:sldChg>
      <pc:sldChg chg="addSp delSp modSp add mod ord">
        <pc:chgData name="Savannah Karin Miller" userId="22c948fc-cece-4b89-9db3-f9f8a6b29aef" providerId="ADAL" clId="{39DE2C0E-7095-495B-81F3-37AFAFAFC50B}" dt="2026-07-29T20:39:37.050" v="1973"/>
        <pc:sldMkLst>
          <pc:docMk/>
          <pc:sldMk cId="3366875966" sldId="269"/>
        </pc:sldMkLst>
        <pc:spChg chg="mod">
          <ac:chgData name="Savannah Karin Miller" userId="22c948fc-cece-4b89-9db3-f9f8a6b29aef" providerId="ADAL" clId="{39DE2C0E-7095-495B-81F3-37AFAFAFC50B}" dt="2026-07-29T20:26:39.161" v="1690" actId="20577"/>
          <ac:spMkLst>
            <pc:docMk/>
            <pc:sldMk cId="3366875966" sldId="269"/>
            <ac:spMk id="2" creationId="{CE97C31B-F84C-2665-8123-DCE7BF1DBCCD}"/>
          </ac:spMkLst>
        </pc:spChg>
        <pc:spChg chg="add mod">
          <ac:chgData name="Savannah Karin Miller" userId="22c948fc-cece-4b89-9db3-f9f8a6b29aef" providerId="ADAL" clId="{39DE2C0E-7095-495B-81F3-37AFAFAFC50B}" dt="2026-07-29T20:27:13.991" v="1709" actId="1076"/>
          <ac:spMkLst>
            <pc:docMk/>
            <pc:sldMk cId="3366875966" sldId="269"/>
            <ac:spMk id="9" creationId="{04631F2F-3EF4-4AF6-67AC-94DDADB948DB}"/>
          </ac:spMkLst>
        </pc:spChg>
        <pc:spChg chg="add mod">
          <ac:chgData name="Savannah Karin Miller" userId="22c948fc-cece-4b89-9db3-f9f8a6b29aef" providerId="ADAL" clId="{39DE2C0E-7095-495B-81F3-37AFAFAFC50B}" dt="2026-07-29T20:27:17.782" v="1710" actId="1076"/>
          <ac:spMkLst>
            <pc:docMk/>
            <pc:sldMk cId="3366875966" sldId="269"/>
            <ac:spMk id="11" creationId="{840D3558-AB4F-97DD-C8D4-1791AC5C3DE1}"/>
          </ac:spMkLst>
        </pc:spChg>
        <pc:picChg chg="add mod">
          <ac:chgData name="Savannah Karin Miller" userId="22c948fc-cece-4b89-9db3-f9f8a6b29aef" providerId="ADAL" clId="{39DE2C0E-7095-495B-81F3-37AFAFAFC50B}" dt="2026-07-29T20:26:28.432" v="1677" actId="1076"/>
          <ac:picMkLst>
            <pc:docMk/>
            <pc:sldMk cId="3366875966" sldId="269"/>
            <ac:picMk id="4" creationId="{0A091102-656F-AAD3-6DFE-C870B889E87D}"/>
          </ac:picMkLst>
        </pc:picChg>
        <pc:picChg chg="add del mod">
          <ac:chgData name="Savannah Karin Miller" userId="22c948fc-cece-4b89-9db3-f9f8a6b29aef" providerId="ADAL" clId="{39DE2C0E-7095-495B-81F3-37AFAFAFC50B}" dt="2026-07-29T20:19:56.489" v="1500" actId="21"/>
          <ac:picMkLst>
            <pc:docMk/>
            <pc:sldMk cId="3366875966" sldId="269"/>
            <ac:picMk id="6" creationId="{9BAB2AC9-ED7E-E25F-5D4E-88BE12F02BB6}"/>
          </ac:picMkLst>
        </pc:picChg>
        <pc:picChg chg="add mod">
          <ac:chgData name="Savannah Karin Miller" userId="22c948fc-cece-4b89-9db3-f9f8a6b29aef" providerId="ADAL" clId="{39DE2C0E-7095-495B-81F3-37AFAFAFC50B}" dt="2026-07-29T20:26:23.521" v="1675" actId="1076"/>
          <ac:picMkLst>
            <pc:docMk/>
            <pc:sldMk cId="3366875966" sldId="269"/>
            <ac:picMk id="8" creationId="{891D4085-13A6-FCBD-175B-81DFAF02B53D}"/>
          </ac:picMkLst>
        </pc:picChg>
      </pc:sldChg>
      <pc:sldChg chg="addSp delSp modSp add mod">
        <pc:chgData name="Savannah Karin Miller" userId="22c948fc-cece-4b89-9db3-f9f8a6b29aef" providerId="ADAL" clId="{39DE2C0E-7095-495B-81F3-37AFAFAFC50B}" dt="2026-07-29T20:39:50.455" v="1978" actId="20577"/>
        <pc:sldMkLst>
          <pc:docMk/>
          <pc:sldMk cId="526788629" sldId="270"/>
        </pc:sldMkLst>
        <pc:spChg chg="mod">
          <ac:chgData name="Savannah Karin Miller" userId="22c948fc-cece-4b89-9db3-f9f8a6b29aef" providerId="ADAL" clId="{39DE2C0E-7095-495B-81F3-37AFAFAFC50B}" dt="2026-07-29T20:39:50.455" v="1978" actId="20577"/>
          <ac:spMkLst>
            <pc:docMk/>
            <pc:sldMk cId="526788629" sldId="270"/>
            <ac:spMk id="2" creationId="{69F39638-A99A-863A-D807-0BFAC00F8C44}"/>
          </ac:spMkLst>
        </pc:spChg>
        <pc:spChg chg="add del mod">
          <ac:chgData name="Savannah Karin Miller" userId="22c948fc-cece-4b89-9db3-f9f8a6b29aef" providerId="ADAL" clId="{39DE2C0E-7095-495B-81F3-37AFAFAFC50B}" dt="2026-07-29T18:03:55.861" v="996" actId="478"/>
          <ac:spMkLst>
            <pc:docMk/>
            <pc:sldMk cId="526788629" sldId="270"/>
            <ac:spMk id="7" creationId="{3F730B60-7B9D-4A38-C233-CBC64B9A8969}"/>
          </ac:spMkLst>
        </pc:spChg>
        <pc:spChg chg="add mod">
          <ac:chgData name="Savannah Karin Miller" userId="22c948fc-cece-4b89-9db3-f9f8a6b29aef" providerId="ADAL" clId="{39DE2C0E-7095-495B-81F3-37AFAFAFC50B}" dt="2026-07-29T18:04:54.309" v="1032" actId="1076"/>
          <ac:spMkLst>
            <pc:docMk/>
            <pc:sldMk cId="526788629" sldId="270"/>
            <ac:spMk id="8" creationId="{0078A27D-BD4D-F6A7-FC58-1F6AC1C94B42}"/>
          </ac:spMkLst>
        </pc:spChg>
        <pc:spChg chg="add mod">
          <ac:chgData name="Savannah Karin Miller" userId="22c948fc-cece-4b89-9db3-f9f8a6b29aef" providerId="ADAL" clId="{39DE2C0E-7095-495B-81F3-37AFAFAFC50B}" dt="2026-07-29T18:04:57.713" v="1033" actId="1076"/>
          <ac:spMkLst>
            <pc:docMk/>
            <pc:sldMk cId="526788629" sldId="270"/>
            <ac:spMk id="10" creationId="{09CFE184-D0C8-985E-EBA6-C5C6B769F7A1}"/>
          </ac:spMkLst>
        </pc:spChg>
        <pc:picChg chg="add mod">
          <ac:chgData name="Savannah Karin Miller" userId="22c948fc-cece-4b89-9db3-f9f8a6b29aef" providerId="ADAL" clId="{39DE2C0E-7095-495B-81F3-37AFAFAFC50B}" dt="2026-07-29T18:04:45.903" v="1029" actId="1076"/>
          <ac:picMkLst>
            <pc:docMk/>
            <pc:sldMk cId="526788629" sldId="270"/>
            <ac:picMk id="4" creationId="{020FB5B4-685C-5C86-FD10-66B0CF2C5F56}"/>
          </ac:picMkLst>
        </pc:picChg>
        <pc:picChg chg="add mod">
          <ac:chgData name="Savannah Karin Miller" userId="22c948fc-cece-4b89-9db3-f9f8a6b29aef" providerId="ADAL" clId="{39DE2C0E-7095-495B-81F3-37AFAFAFC50B}" dt="2026-07-29T18:04:50.747" v="1031" actId="1076"/>
          <ac:picMkLst>
            <pc:docMk/>
            <pc:sldMk cId="526788629" sldId="270"/>
            <ac:picMk id="6" creationId="{2413383F-B442-F77C-FA34-E496F88968A9}"/>
          </ac:picMkLst>
        </pc:picChg>
      </pc:sldChg>
      <pc:sldChg chg="addSp delSp modSp add mod">
        <pc:chgData name="Savannah Karin Miller" userId="22c948fc-cece-4b89-9db3-f9f8a6b29aef" providerId="ADAL" clId="{39DE2C0E-7095-495B-81F3-37AFAFAFC50B}" dt="2026-07-29T20:28:48.358" v="1828" actId="20577"/>
        <pc:sldMkLst>
          <pc:docMk/>
          <pc:sldMk cId="3629108187" sldId="271"/>
        </pc:sldMkLst>
        <pc:spChg chg="mod">
          <ac:chgData name="Savannah Karin Miller" userId="22c948fc-cece-4b89-9db3-f9f8a6b29aef" providerId="ADAL" clId="{39DE2C0E-7095-495B-81F3-37AFAFAFC50B}" dt="2026-07-29T20:27:39.034" v="1723" actId="20577"/>
          <ac:spMkLst>
            <pc:docMk/>
            <pc:sldMk cId="3629108187" sldId="271"/>
            <ac:spMk id="2" creationId="{A541CD2C-979B-FECA-7EC0-4437281E4CD9}"/>
          </ac:spMkLst>
        </pc:spChg>
        <pc:spChg chg="add">
          <ac:chgData name="Savannah Karin Miller" userId="22c948fc-cece-4b89-9db3-f9f8a6b29aef" providerId="ADAL" clId="{39DE2C0E-7095-495B-81F3-37AFAFAFC50B}" dt="2026-07-29T20:27:44.660" v="1724" actId="22"/>
          <ac:spMkLst>
            <pc:docMk/>
            <pc:sldMk cId="3629108187" sldId="271"/>
            <ac:spMk id="12" creationId="{0595E3F7-2D03-F79B-B733-67A5FE005A3D}"/>
          </ac:spMkLst>
        </pc:spChg>
        <pc:spChg chg="add">
          <ac:chgData name="Savannah Karin Miller" userId="22c948fc-cece-4b89-9db3-f9f8a6b29aef" providerId="ADAL" clId="{39DE2C0E-7095-495B-81F3-37AFAFAFC50B}" dt="2026-07-29T20:27:44.660" v="1724" actId="22"/>
          <ac:spMkLst>
            <pc:docMk/>
            <pc:sldMk cId="3629108187" sldId="271"/>
            <ac:spMk id="14" creationId="{662168AB-1E9D-FE5B-AA23-FC3501A6D5F4}"/>
          </ac:spMkLst>
        </pc:spChg>
        <pc:spChg chg="add mod">
          <ac:chgData name="Savannah Karin Miller" userId="22c948fc-cece-4b89-9db3-f9f8a6b29aef" providerId="ADAL" clId="{39DE2C0E-7095-495B-81F3-37AFAFAFC50B}" dt="2026-07-29T20:28:48.358" v="1828" actId="20577"/>
          <ac:spMkLst>
            <pc:docMk/>
            <pc:sldMk cId="3629108187" sldId="271"/>
            <ac:spMk id="16" creationId="{C08314D4-E336-F19A-02B4-545487C64669}"/>
          </ac:spMkLst>
        </pc:spChg>
        <pc:picChg chg="del mod">
          <ac:chgData name="Savannah Karin Miller" userId="22c948fc-cece-4b89-9db3-f9f8a6b29aef" providerId="ADAL" clId="{39DE2C0E-7095-495B-81F3-37AFAFAFC50B}" dt="2026-07-29T20:19:08.850" v="1490" actId="478"/>
          <ac:picMkLst>
            <pc:docMk/>
            <pc:sldMk cId="3629108187" sldId="271"/>
            <ac:picMk id="4" creationId="{49B7FCE5-DBD3-F455-FFF4-62BB67CF4EB6}"/>
          </ac:picMkLst>
        </pc:picChg>
        <pc:picChg chg="add del mod">
          <ac:chgData name="Savannah Karin Miller" userId="22c948fc-cece-4b89-9db3-f9f8a6b29aef" providerId="ADAL" clId="{39DE2C0E-7095-495B-81F3-37AFAFAFC50B}" dt="2026-07-29T20:19:50.460" v="1498" actId="21"/>
          <ac:picMkLst>
            <pc:docMk/>
            <pc:sldMk cId="3629108187" sldId="271"/>
            <ac:picMk id="5" creationId="{05082F6A-466A-E4EF-F68B-544C9A76021D}"/>
          </ac:picMkLst>
        </pc:picChg>
        <pc:picChg chg="del">
          <ac:chgData name="Savannah Karin Miller" userId="22c948fc-cece-4b89-9db3-f9f8a6b29aef" providerId="ADAL" clId="{39DE2C0E-7095-495B-81F3-37AFAFAFC50B}" dt="2026-07-29T20:19:41.559" v="1494" actId="478"/>
          <ac:picMkLst>
            <pc:docMk/>
            <pc:sldMk cId="3629108187" sldId="271"/>
            <ac:picMk id="6" creationId="{11111EAA-51A7-2827-0BFA-F6FDF30F180A}"/>
          </ac:picMkLst>
        </pc:picChg>
        <pc:picChg chg="add mod">
          <ac:chgData name="Savannah Karin Miller" userId="22c948fc-cece-4b89-9db3-f9f8a6b29aef" providerId="ADAL" clId="{39DE2C0E-7095-495B-81F3-37AFAFAFC50B}" dt="2026-07-29T20:20:03.646" v="1503" actId="1076"/>
          <ac:picMkLst>
            <pc:docMk/>
            <pc:sldMk cId="3629108187" sldId="271"/>
            <ac:picMk id="8" creationId="{1C85C252-06D4-3466-67A1-CF40827394AE}"/>
          </ac:picMkLst>
        </pc:picChg>
        <pc:picChg chg="add mod">
          <ac:chgData name="Savannah Karin Miller" userId="22c948fc-cece-4b89-9db3-f9f8a6b29aef" providerId="ADAL" clId="{39DE2C0E-7095-495B-81F3-37AFAFAFC50B}" dt="2026-07-29T20:20:05.462" v="1504" actId="1076"/>
          <ac:picMkLst>
            <pc:docMk/>
            <pc:sldMk cId="3629108187" sldId="271"/>
            <ac:picMk id="10" creationId="{08489FA5-8EA9-A824-EBFF-91278295627C}"/>
          </ac:picMkLst>
        </pc:picChg>
      </pc:sldChg>
      <pc:sldChg chg="addSp delSp modSp add mod">
        <pc:chgData name="Savannah Karin Miller" userId="22c948fc-cece-4b89-9db3-f9f8a6b29aef" providerId="ADAL" clId="{39DE2C0E-7095-495B-81F3-37AFAFAFC50B}" dt="2026-07-29T20:38:51.693" v="1968" actId="20577"/>
        <pc:sldMkLst>
          <pc:docMk/>
          <pc:sldMk cId="3655606191" sldId="272"/>
        </pc:sldMkLst>
        <pc:spChg chg="mod">
          <ac:chgData name="Savannah Karin Miller" userId="22c948fc-cece-4b89-9db3-f9f8a6b29aef" providerId="ADAL" clId="{39DE2C0E-7095-495B-81F3-37AFAFAFC50B}" dt="2026-07-29T20:38:31.421" v="1895"/>
          <ac:spMkLst>
            <pc:docMk/>
            <pc:sldMk cId="3655606191" sldId="272"/>
            <ac:spMk id="2" creationId="{8E028AA5-A025-B20B-E7A4-D8FA13D0400D}"/>
          </ac:spMkLst>
        </pc:spChg>
        <pc:spChg chg="del">
          <ac:chgData name="Savannah Karin Miller" userId="22c948fc-cece-4b89-9db3-f9f8a6b29aef" providerId="ADAL" clId="{39DE2C0E-7095-495B-81F3-37AFAFAFC50B}" dt="2026-07-29T20:36:34.102" v="1877" actId="478"/>
          <ac:spMkLst>
            <pc:docMk/>
            <pc:sldMk cId="3655606191" sldId="272"/>
            <ac:spMk id="4" creationId="{FEBFE2B4-8CB8-8967-B74C-DE38EE0AEBE7}"/>
          </ac:spMkLst>
        </pc:spChg>
        <pc:spChg chg="add del mod">
          <ac:chgData name="Savannah Karin Miller" userId="22c948fc-cece-4b89-9db3-f9f8a6b29aef" providerId="ADAL" clId="{39DE2C0E-7095-495B-81F3-37AFAFAFC50B}" dt="2026-07-29T20:36:41.418" v="1880" actId="478"/>
          <ac:spMkLst>
            <pc:docMk/>
            <pc:sldMk cId="3655606191" sldId="272"/>
            <ac:spMk id="5" creationId="{C8C467A8-0B5F-5BC8-D2A1-C9B8C612D916}"/>
          </ac:spMkLst>
        </pc:spChg>
        <pc:spChg chg="mod">
          <ac:chgData name="Savannah Karin Miller" userId="22c948fc-cece-4b89-9db3-f9f8a6b29aef" providerId="ADAL" clId="{39DE2C0E-7095-495B-81F3-37AFAFAFC50B}" dt="2026-07-29T20:38:51.693" v="1968" actId="20577"/>
          <ac:spMkLst>
            <pc:docMk/>
            <pc:sldMk cId="3655606191" sldId="272"/>
            <ac:spMk id="6" creationId="{C88ECA25-81ED-DBAA-562E-DB51DA28A094}"/>
          </ac:spMkLst>
        </pc:spChg>
        <pc:spChg chg="del mod">
          <ac:chgData name="Savannah Karin Miller" userId="22c948fc-cece-4b89-9db3-f9f8a6b29aef" providerId="ADAL" clId="{39DE2C0E-7095-495B-81F3-37AFAFAFC50B}" dt="2026-07-29T20:38:08.804" v="1885"/>
          <ac:spMkLst>
            <pc:docMk/>
            <pc:sldMk cId="3655606191" sldId="272"/>
            <ac:spMk id="7" creationId="{B7BD11A4-EBB5-80E4-B022-80F02BBEB429}"/>
          </ac:spMkLst>
        </pc:spChg>
        <pc:spChg chg="del">
          <ac:chgData name="Savannah Karin Miller" userId="22c948fc-cece-4b89-9db3-f9f8a6b29aef" providerId="ADAL" clId="{39DE2C0E-7095-495B-81F3-37AFAFAFC50B}" dt="2026-07-29T20:36:36.956" v="1878" actId="478"/>
          <ac:spMkLst>
            <pc:docMk/>
            <pc:sldMk cId="3655606191" sldId="272"/>
            <ac:spMk id="10" creationId="{EFCB40D0-81CA-0A02-BB50-B64D1323B7D5}"/>
          </ac:spMkLst>
        </pc:spChg>
        <pc:picChg chg="del">
          <ac:chgData name="Savannah Karin Miller" userId="22c948fc-cece-4b89-9db3-f9f8a6b29aef" providerId="ADAL" clId="{39DE2C0E-7095-495B-81F3-37AFAFAFC50B}" dt="2026-07-29T20:36:31.312" v="1876" actId="478"/>
          <ac:picMkLst>
            <pc:docMk/>
            <pc:sldMk cId="3655606191" sldId="272"/>
            <ac:picMk id="9" creationId="{494F7309-4798-D112-9519-3FDF6A2F7F81}"/>
          </ac:picMkLst>
        </pc:picChg>
        <pc:picChg chg="add mod ord">
          <ac:chgData name="Savannah Karin Miller" userId="22c948fc-cece-4b89-9db3-f9f8a6b29aef" providerId="ADAL" clId="{39DE2C0E-7095-495B-81F3-37AFAFAFC50B}" dt="2026-07-29T20:38:18.249" v="1889" actId="1076"/>
          <ac:picMkLst>
            <pc:docMk/>
            <pc:sldMk cId="3655606191" sldId="272"/>
            <ac:picMk id="11" creationId="{2B7BAEB8-04A9-ABE1-1007-9A9CE1E31058}"/>
          </ac:picMkLst>
        </pc:picChg>
        <pc:picChg chg="del">
          <ac:chgData name="Savannah Karin Miller" userId="22c948fc-cece-4b89-9db3-f9f8a6b29aef" providerId="ADAL" clId="{39DE2C0E-7095-495B-81F3-37AFAFAFC50B}" dt="2026-07-29T20:36:38.642" v="1879" actId="478"/>
          <ac:picMkLst>
            <pc:docMk/>
            <pc:sldMk cId="3655606191" sldId="272"/>
            <ac:picMk id="12" creationId="{DB1DC9D6-DA39-5B25-FF2B-C07A19BB439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8B7E-8CBC-6CF1-4366-B347E4CEF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DF503-350E-7D64-CE08-C3AB1D2CE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7970B-73EE-DAE1-2C1D-59A01CDF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3D9F-5285-45A2-9FC3-BD0C7561EB8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B546A-EE1A-7310-D489-334D0015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5E4FD-B761-85BF-67F1-95670A01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C6F6-C216-4518-8031-985DAB55F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8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BF3A7-890F-839C-4611-8EFA1C148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A6D5B-9D1B-9557-7C8E-7335BA1ED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C5478-8DE8-D4DB-0B02-E1F1F1514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3D9F-5285-45A2-9FC3-BD0C7561EB8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53C3B-4F48-A67F-3BEC-83D425A41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63ABD-30E9-060E-D7B6-746B326C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C6F6-C216-4518-8031-985DAB55F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9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52AF6-61B8-5C8A-46D1-FE0DD09E1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D46AD-CBC9-3A13-A3A0-D44BACD2C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AC6E7-8A25-0E88-B101-2BFABE2BD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3D9F-5285-45A2-9FC3-BD0C7561EB8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38917-9F79-B5EF-B770-DE8B1548C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D1AD9-4F83-CB11-1D61-9AF20E46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C6F6-C216-4518-8031-985DAB55F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6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08ED4-F3CC-9575-3E87-539036E4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27DEE-4A6C-E2B4-ADA9-2FAC06223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09FA9-CF5C-D681-72E1-76A054F07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F3BAD-B85B-A483-68AC-6A4922B71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3D9F-5285-45A2-9FC3-BD0C7561EB8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56AC8-C67D-D84B-E76B-9F673D80B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8D5C9-620F-F191-F1A7-634202EF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C6F6-C216-4518-8031-985DAB55F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8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365E-7ECB-B320-CEDE-763042171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F10E4-ED0C-0FB9-E3A6-ABF0B1EE3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D18F6-4619-AEC4-80D7-3B1B4BDC0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BE4E15-A6FD-3335-371A-A6BA399A0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4C839B-B0FE-D743-AFD7-B104EDEA1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A2F9D2-8557-D899-C862-8C023F33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3D9F-5285-45A2-9FC3-BD0C7561EB8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BBFD7A-8E04-7DA1-F00F-866E24F9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5D3DCB-6851-D52E-2053-9E116EC97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C6F6-C216-4518-8031-985DAB55F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9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720D-4637-E5D7-DA2D-0EA8EDEA6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75DF7-A62B-C283-3873-502963302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3D9F-5285-45A2-9FC3-BD0C7561EB8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67FC2-43DD-D84E-777E-D2D91325B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4EA15-7ECA-DD98-4C7B-F2C81597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C6F6-C216-4518-8031-985DAB55F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4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C33F8E-97E3-1893-495B-A1BF1499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3D9F-5285-45A2-9FC3-BD0C7561EB8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D1AC4-DBF3-FE2D-3BF2-CBACADA0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3D261-54B0-BF13-286B-94A9C71CA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C6F6-C216-4518-8031-985DAB55F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26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0777-099D-DC8E-CC9A-CB8B5ACFE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AD87A-F088-675A-6C29-8F846185F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6CA27-C461-2566-16F9-AF6F50A99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91928-6C0F-D7D0-A75D-CB216FE6A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3D9F-5285-45A2-9FC3-BD0C7561EB8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21191-CF37-91A8-DAD8-A10F82706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2538F-5C5C-8820-9A46-481892A63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C6F6-C216-4518-8031-985DAB55F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5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24F33-CEF8-4534-1975-A4E279660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EF34C1-8194-5F64-7227-82E52DCD9B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91100-E41F-EBD1-E275-7AC98C01F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D34EA-B28E-B9E4-67F4-406368A7D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3D9F-5285-45A2-9FC3-BD0C7561EB8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AD35C-8A5F-E6CB-6673-6BDDAF928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25547-1E4F-203A-ECD5-E71C32E9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C6F6-C216-4518-8031-985DAB55F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79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E182-76D5-BC5A-CF23-13910282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EF4067-DFAC-93C9-1CA7-5D6B317B7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B08F0-A577-7BB2-A95B-8AB5B383F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3D9F-5285-45A2-9FC3-BD0C7561EB8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2DC9A-0EB7-EB35-BFD8-A95B13A7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43446-4C68-02C0-7DD4-F1D87053A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C6F6-C216-4518-8031-985DAB55F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98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66567-2B37-4E6C-CFB2-29CD81A8E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3DC26A-8C72-AF3A-E4D6-83FE15270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F5701-6587-F1DB-DE08-143FE89E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3D9F-5285-45A2-9FC3-BD0C7561EB8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E0D0A-2C0F-94B0-738A-24DB8412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BA045-BDBB-EB3E-5E50-5B62D7D34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DC6F6-C216-4518-8031-985DAB55F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28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19F580-7B28-14D0-4628-45947A9BE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2869A-ED8B-934E-C840-AC5A306F8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8DA12-E00E-2184-0034-836337FD4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C83D9F-5285-45A2-9FC3-BD0C7561EB8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21229-4147-8816-F5AF-D70912E35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41F49-8DC3-B95D-8AAC-8EBC5F86B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7DC6F6-C216-4518-8031-985DAB55F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3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5612B-93FF-6099-31B8-2632E9A19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3219"/>
            <a:ext cx="8698992" cy="816165"/>
          </a:xfrm>
        </p:spPr>
        <p:txBody>
          <a:bodyPr>
            <a:normAutofit fontScale="90000"/>
          </a:bodyPr>
          <a:lstStyle/>
          <a:p>
            <a:r>
              <a:rPr lang="en-US" dirty="0"/>
              <a:t>Karen-Savannah Check-In </a:t>
            </a:r>
            <a:br>
              <a:rPr lang="en-US" dirty="0"/>
            </a:br>
            <a:r>
              <a:rPr lang="en-US" sz="3900" dirty="0"/>
              <a:t>28 July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FEEC51-C8C4-1819-E375-4856DE71D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4426" y="2988197"/>
            <a:ext cx="9144000" cy="1655762"/>
          </a:xfrm>
        </p:spPr>
        <p:txBody>
          <a:bodyPr>
            <a:noAutofit/>
          </a:bodyPr>
          <a:lstStyle/>
          <a:p>
            <a:r>
              <a:rPr lang="en-US" sz="2800" b="1" u="sng" dirty="0"/>
              <a:t>Goals of Meeting: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Checking in for confirmation of patterns of the data: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Geomorphic setting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/>
              <a:t>Range of the data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/>
              <a:t>Skewness or spread of the data </a:t>
            </a:r>
          </a:p>
          <a:p>
            <a:pPr lvl="2" algn="l"/>
            <a:r>
              <a:rPr lang="en-US" dirty="0"/>
              <a:t>Slope </a:t>
            </a:r>
          </a:p>
          <a:p>
            <a:pPr lvl="2"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Organizing the different effects logically to have a coherent general linear mixed model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Status of data analysis of Thesis and USGS data</a:t>
            </a:r>
          </a:p>
        </p:txBody>
      </p:sp>
    </p:spTree>
    <p:extLst>
      <p:ext uri="{BB962C8B-B14F-4D97-AF65-F5344CB8AC3E}">
        <p14:creationId xmlns:p14="http://schemas.microsoft.com/office/powerpoint/2010/main" val="3970807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9241-4EE7-9161-2130-6FB37F354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5"/>
            <a:ext cx="10553699" cy="540131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RQ #1: Does Marsh Edge Type Correlate with Rates of Sediment Deposition</a:t>
            </a:r>
            <a:br>
              <a:rPr lang="en-US" sz="3000" dirty="0"/>
            </a:br>
            <a:r>
              <a:rPr lang="en-US" sz="3000" dirty="0"/>
              <a:t>Site Level Comparison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038A7B1-1DCC-84F4-C9B8-830AC8442C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038" y="1134175"/>
            <a:ext cx="8573924" cy="53587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371672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A11F-A72A-CCEE-9362-6A5FE4207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6B8AF-4E9F-7271-7F22-B7C7900C9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5"/>
            <a:ext cx="10553699" cy="540131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RQ #1: </a:t>
            </a:r>
            <a:r>
              <a:rPr lang="en-US" sz="3200" dirty="0"/>
              <a:t>Transect Level Comparison of Sediment Deposition and Marsh Edge</a:t>
            </a:r>
            <a:br>
              <a:rPr lang="en-US" sz="3200" dirty="0"/>
            </a:br>
            <a:endParaRPr lang="en-US" sz="30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0BBD8D8-2911-4421-D623-FE10953A71A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980" y="905256"/>
            <a:ext cx="9028704" cy="564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2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8B0C-F433-6BB6-3D59-2617441D1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0BEBF-044B-0B9D-8C6A-4D54971C6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85809" cy="548481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RQ #1: Sediment Deposition Over Distance Within Sites and Marsh Edge</a:t>
            </a: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A74A32ED-9C56-1703-135B-B45D26B1BD6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371" y="1261242"/>
            <a:ext cx="8973898" cy="504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7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6BEB6-3AF7-4208-129B-6B6F2874B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A5733-B543-A31C-C60A-7DBDAC92B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85809" cy="54848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000" dirty="0"/>
              <a:t>RQ #1: Sediment Deposition Over Distance Within Sites </a:t>
            </a:r>
            <a:br>
              <a:rPr lang="en-US" sz="3000" dirty="0"/>
            </a:br>
            <a:r>
              <a:rPr lang="en-US" sz="3000" dirty="0"/>
              <a:t>Excluding Giant Marsh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A605C31-F99B-8E86-7437-5AFC96E0B9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49893" y="1085222"/>
            <a:ext cx="9470266" cy="532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672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D8036-44BD-4227-63F1-A702730CE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6367-5C39-6360-95A9-D982AB718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034016" cy="1041464"/>
          </a:xfrm>
        </p:spPr>
        <p:txBody>
          <a:bodyPr>
            <a:normAutofit/>
          </a:bodyPr>
          <a:lstStyle/>
          <a:p>
            <a:r>
              <a:rPr lang="en-US" sz="3000" dirty="0"/>
              <a:t>RQ #1: Sediment Deposition Over Calculated Z star Within Sites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F604D53-B369-0F37-ACFD-9548B69B1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8443" y="1216724"/>
            <a:ext cx="8715114" cy="490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84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677A0-F6F5-365B-A8A6-4910064C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E4B02-9366-0EFE-D618-DDF3C6B27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12569" cy="428695"/>
          </a:xfrm>
        </p:spPr>
        <p:txBody>
          <a:bodyPr>
            <a:normAutofit fontScale="90000"/>
          </a:bodyPr>
          <a:lstStyle/>
          <a:p>
            <a:r>
              <a:rPr lang="en-US" sz="3000" dirty="0"/>
              <a:t>RQ #1: Deposition Across Time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6E45378-D299-4334-DEBD-B1BFA4365E7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25769" y="908100"/>
            <a:ext cx="9926010" cy="5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63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92B12-54B7-F13E-A45D-1ADB54463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F4CDF-AE48-312F-0663-364438FFD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61448" cy="741299"/>
          </a:xfrm>
        </p:spPr>
        <p:txBody>
          <a:bodyPr/>
          <a:lstStyle/>
          <a:p>
            <a:r>
              <a:rPr lang="en-US" dirty="0"/>
              <a:t>RQ #1: Deposition Across Time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CB4F533-F236-A04F-2F09-CED45B168D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54812" y="1106424"/>
            <a:ext cx="9744836" cy="548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05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F3C5A-CAAA-7F44-784C-96E46B15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2D969-B3B7-8A8F-47DF-3770E7534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#1: Additional variables to measure across marsh edge: wave characteristics!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3BAAB9-25C4-C6FD-CB10-3F27D8E9A6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73923" y="2621954"/>
            <a:ext cx="4778154" cy="2758679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9F9D347-F411-207A-B530-49E65C5E5A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16098" y="2621954"/>
            <a:ext cx="4740051" cy="294919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62EBAE-011E-C47F-4AC9-E61BFDDF15E3}"/>
              </a:ext>
            </a:extLst>
          </p:cNvPr>
          <p:cNvSpPr txBox="1"/>
          <p:nvPr/>
        </p:nvSpPr>
        <p:spPr>
          <a:xfrm>
            <a:off x="1028700" y="1962150"/>
            <a:ext cx="506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Corte Madera, Buck’s Landing, Giant Marsh Sites</a:t>
            </a:r>
          </a:p>
          <a:p>
            <a:pPr algn="ctr"/>
            <a:r>
              <a:rPr lang="en-US" sz="1400" b="1" i="1" dirty="0"/>
              <a:t>NOAA Station 9414863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28F65A-B744-60D5-A4C2-E4C996856D8F}"/>
              </a:ext>
            </a:extLst>
          </p:cNvPr>
          <p:cNvSpPr txBox="1"/>
          <p:nvPr/>
        </p:nvSpPr>
        <p:spPr>
          <a:xfrm>
            <a:off x="6158541" y="2036912"/>
            <a:ext cx="506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San Pablo</a:t>
            </a:r>
          </a:p>
          <a:p>
            <a:pPr algn="ctr"/>
            <a:r>
              <a:rPr lang="en-US" sz="1400" b="1" i="1" dirty="0"/>
              <a:t>NOAA Station 9415141</a:t>
            </a:r>
          </a:p>
        </p:txBody>
      </p:sp>
    </p:spTree>
    <p:extLst>
      <p:ext uri="{BB962C8B-B14F-4D97-AF65-F5344CB8AC3E}">
        <p14:creationId xmlns:p14="http://schemas.microsoft.com/office/powerpoint/2010/main" val="2497130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4B9F1-CC39-FCEC-323D-BFDFD941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EE280-CBA5-EE2F-3EEC-903EA23F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Research Question 2: Does sediment deposition rates change over time within a marsh edge?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1EA16E-D1A2-7A20-BB0A-B3E27DCD2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458" y="2451104"/>
            <a:ext cx="6723619" cy="42279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42CA92-4E9A-3416-6854-70DA028BA82F}"/>
              </a:ext>
            </a:extLst>
          </p:cNvPr>
          <p:cNvSpPr txBox="1"/>
          <p:nvPr/>
        </p:nvSpPr>
        <p:spPr>
          <a:xfrm>
            <a:off x="1869598" y="1870841"/>
            <a:ext cx="9484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San Pablo 2022/2023 and 2025/2026 Nuance of Placement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B6A01F-A5E4-DDC8-35A1-0AE7965559AE}"/>
              </a:ext>
            </a:extLst>
          </p:cNvPr>
          <p:cNvSpPr txBox="1"/>
          <p:nvPr/>
        </p:nvSpPr>
        <p:spPr>
          <a:xfrm>
            <a:off x="4505616" y="2811497"/>
            <a:ext cx="1705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(USGS) 150 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F7BE09-E2C4-8BFA-BBBA-7E6B2169D517}"/>
              </a:ext>
            </a:extLst>
          </p:cNvPr>
          <p:cNvSpPr txBox="1"/>
          <p:nvPr/>
        </p:nvSpPr>
        <p:spPr>
          <a:xfrm>
            <a:off x="3585626" y="4195748"/>
            <a:ext cx="1562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(USGS) 72 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B86309-ED37-CF60-EFBF-8DCA188B67E7}"/>
              </a:ext>
            </a:extLst>
          </p:cNvPr>
          <p:cNvSpPr txBox="1"/>
          <p:nvPr/>
        </p:nvSpPr>
        <p:spPr>
          <a:xfrm>
            <a:off x="6508354" y="4267259"/>
            <a:ext cx="1070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(Thesis) 48 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44517A-BBD1-1902-A0D4-18DE3C429C9A}"/>
              </a:ext>
            </a:extLst>
          </p:cNvPr>
          <p:cNvSpPr txBox="1"/>
          <p:nvPr/>
        </p:nvSpPr>
        <p:spPr>
          <a:xfrm>
            <a:off x="6324600" y="5353887"/>
            <a:ext cx="1070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(Thesis) 0.5 m</a:t>
            </a:r>
          </a:p>
        </p:txBody>
      </p:sp>
    </p:spTree>
    <p:extLst>
      <p:ext uri="{BB962C8B-B14F-4D97-AF65-F5344CB8AC3E}">
        <p14:creationId xmlns:p14="http://schemas.microsoft.com/office/powerpoint/2010/main" val="947737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7D176-EE19-0484-443C-D876EA3C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39638-A99A-863A-D807-0BFAC00F8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RQ# 2: Does sediment deposition rates change over time within a marsh edge?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0FB5B4-685C-5C86-FD10-66B0CF2C5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710" y="2247457"/>
            <a:ext cx="5523531" cy="3399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13383F-B442-F77C-FA34-E496F8896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49" y="2265032"/>
            <a:ext cx="5411242" cy="33820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78A27D-BD4D-F6A7-FC58-1F6AC1C94B42}"/>
              </a:ext>
            </a:extLst>
          </p:cNvPr>
          <p:cNvSpPr txBox="1"/>
          <p:nvPr/>
        </p:nvSpPr>
        <p:spPr>
          <a:xfrm>
            <a:off x="1973630" y="1803616"/>
            <a:ext cx="1573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2022-2023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FE184-D0C8-985E-EBA6-C5C6B769F7A1}"/>
              </a:ext>
            </a:extLst>
          </p:cNvPr>
          <p:cNvSpPr txBox="1"/>
          <p:nvPr/>
        </p:nvSpPr>
        <p:spPr>
          <a:xfrm>
            <a:off x="7858632" y="1690688"/>
            <a:ext cx="1573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2025-2026</a:t>
            </a:r>
          </a:p>
        </p:txBody>
      </p:sp>
    </p:spTree>
    <p:extLst>
      <p:ext uri="{BB962C8B-B14F-4D97-AF65-F5344CB8AC3E}">
        <p14:creationId xmlns:p14="http://schemas.microsoft.com/office/powerpoint/2010/main" val="526788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2BDF6-8A82-DD94-E118-CE6F6313D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C31B-F84C-2665-8123-DCE7BF1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RQ # 2: Corte Madera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091102-656F-AAD3-6DFE-C870B889E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025" y="2359816"/>
            <a:ext cx="5651595" cy="34843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1D4085-13A6-FCBD-175B-81DFAF02B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63" y="2041763"/>
            <a:ext cx="5908737" cy="38024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631F2F-3EF4-4AF6-67AC-94DDADB948DB}"/>
              </a:ext>
            </a:extLst>
          </p:cNvPr>
          <p:cNvSpPr txBox="1"/>
          <p:nvPr/>
        </p:nvSpPr>
        <p:spPr>
          <a:xfrm>
            <a:off x="2627243" y="1654416"/>
            <a:ext cx="1401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2022-2023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0D3558-AB4F-97DD-C8D4-1791AC5C3DE1}"/>
              </a:ext>
            </a:extLst>
          </p:cNvPr>
          <p:cNvSpPr txBox="1"/>
          <p:nvPr/>
        </p:nvSpPr>
        <p:spPr>
          <a:xfrm>
            <a:off x="8163340" y="1666202"/>
            <a:ext cx="1401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2025-2026</a:t>
            </a:r>
          </a:p>
        </p:txBody>
      </p:sp>
    </p:spTree>
    <p:extLst>
      <p:ext uri="{BB962C8B-B14F-4D97-AF65-F5344CB8AC3E}">
        <p14:creationId xmlns:p14="http://schemas.microsoft.com/office/powerpoint/2010/main" val="3366875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695D1-AF59-6547-6BCC-0A69DFA2D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1CD2C-979B-FECA-7EC0-4437281E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RQ # 2: San Pablo*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85C252-06D4-3466-67A1-CF4082739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71" y="2003988"/>
            <a:ext cx="5209228" cy="32810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489FA5-8EA9-A824-EBFF-912782956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86042"/>
            <a:ext cx="4602236" cy="29169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95E3F7-2D03-F79B-B733-67A5FE005A3D}"/>
              </a:ext>
            </a:extLst>
          </p:cNvPr>
          <p:cNvSpPr txBox="1"/>
          <p:nvPr/>
        </p:nvSpPr>
        <p:spPr>
          <a:xfrm>
            <a:off x="2627243" y="1654416"/>
            <a:ext cx="1401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2022-2023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2168AB-1E9D-FE5B-AA23-FC3501A6D5F4}"/>
              </a:ext>
            </a:extLst>
          </p:cNvPr>
          <p:cNvSpPr txBox="1"/>
          <p:nvPr/>
        </p:nvSpPr>
        <p:spPr>
          <a:xfrm>
            <a:off x="8163340" y="1666202"/>
            <a:ext cx="1401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2025-2026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8314D4-E336-F19A-02B4-545487C64669}"/>
              </a:ext>
            </a:extLst>
          </p:cNvPr>
          <p:cNvSpPr txBox="1"/>
          <p:nvPr/>
        </p:nvSpPr>
        <p:spPr>
          <a:xfrm>
            <a:off x="414130" y="5258225"/>
            <a:ext cx="495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*2022-2023 not yet filtered from the different intertidal and distance data</a:t>
            </a:r>
          </a:p>
        </p:txBody>
      </p:sp>
    </p:spTree>
    <p:extLst>
      <p:ext uri="{BB962C8B-B14F-4D97-AF65-F5344CB8AC3E}">
        <p14:creationId xmlns:p14="http://schemas.microsoft.com/office/powerpoint/2010/main" val="3629108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0D70A-9FCB-14DD-6028-07CDFE52D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2E3D-7DE4-D53C-F9F5-6CB5234FC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 2: Precipitation and Storm Events! </a:t>
            </a:r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16CEDC65-8324-6BD9-3DFA-BA08B000B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64"/>
          <a:stretch>
            <a:fillRect/>
          </a:stretch>
        </p:blipFill>
        <p:spPr>
          <a:xfrm>
            <a:off x="2422750" y="1690688"/>
            <a:ext cx="7088998" cy="48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45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FBC9E-94B8-1A78-A516-3BFBD9E15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1851-29EB-0907-D9E5-21EF7E69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00" dirty="0"/>
              <a:t>Research Question 3: </a:t>
            </a:r>
            <a:br>
              <a:rPr lang="en-US" sz="3000" dirty="0"/>
            </a:br>
            <a:r>
              <a:rPr lang="en-US" sz="3000" dirty="0"/>
              <a:t>Does intra-site differences account for differences of sediment deposition rate, regardless of marsh edge type?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2FCB6-D080-0BE5-D407-4A1888DD2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386842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US" sz="2000" i="1" dirty="0"/>
              <a:t>2022-2023</a:t>
            </a:r>
            <a:endParaRPr lang="en-US" sz="2000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51BD4C44-49EB-028A-0AAB-E4B01269A73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096000" y="3091484"/>
            <a:ext cx="5659226" cy="35975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2A9CC4-5967-9409-51CD-B22B8D727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41" y="3454673"/>
            <a:ext cx="4815577" cy="3038202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9FF1C4B-1681-C5AC-6D67-3E10144DF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86842"/>
            <a:ext cx="5183188" cy="823912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2025-2026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99F5250-DD08-F3DF-B9AC-FFA142812587}"/>
              </a:ext>
            </a:extLst>
          </p:cNvPr>
          <p:cNvSpPr txBox="1">
            <a:spLocks/>
          </p:cNvSpPr>
          <p:nvPr/>
        </p:nvSpPr>
        <p:spPr>
          <a:xfrm>
            <a:off x="2077278" y="1543052"/>
            <a:ext cx="78121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i="1" dirty="0"/>
              <a:t>Comparing Vegetation Canopy Across Site and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956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8288C-75CD-36D6-D1D7-02E887C6C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8AA5-A025-B20B-E7A4-D8FA13D04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00" dirty="0"/>
              <a:t>RQ# 3: </a:t>
            </a:r>
            <a:br>
              <a:rPr lang="en-US" sz="3000" dirty="0"/>
            </a:br>
            <a:r>
              <a:rPr lang="en-US" sz="3200" dirty="0"/>
              <a:t>Horizontal elevation profiles before and after the study per transect</a:t>
            </a:r>
            <a:br>
              <a:rPr lang="en-US" sz="3200" dirty="0"/>
            </a:br>
            <a:endParaRPr lang="en-US" sz="3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8ECA25-81ED-DBAA-562E-DB51DA28A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71800" y="1681163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June 2025…will have updated profiles for July 2026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B7BAEB8-04A9-ABE1-1007-9A9CE1E3105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852" y="3184589"/>
            <a:ext cx="8721507" cy="311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606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329</Words>
  <Application>Microsoft Office PowerPoint</Application>
  <PresentationFormat>Widescreen</PresentationFormat>
  <Paragraphs>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Karen-Savannah Check-In  28 July 2026</vt:lpstr>
      <vt:lpstr>RQ #1: Does Marsh Edge Type Correlate with Rates of Sediment Deposition Site Level Comparison</vt:lpstr>
      <vt:lpstr>RQ #1: Transect Level Comparison of Sediment Deposition and Marsh Edge </vt:lpstr>
      <vt:lpstr>RQ #1: Sediment Deposition Over Distance Within Sites and Marsh Edge</vt:lpstr>
      <vt:lpstr>RQ #1: Sediment Deposition Over Distance Within Sites  Excluding Giant Marsh</vt:lpstr>
      <vt:lpstr>RQ #1: Sediment Deposition Over Calculated Z star Within Sites </vt:lpstr>
      <vt:lpstr>RQ #1: Deposition Across Time</vt:lpstr>
      <vt:lpstr>RQ #1: Deposition Across Time</vt:lpstr>
      <vt:lpstr>RQ #1: Additional variables to measure across marsh edge: wave characteristics!</vt:lpstr>
      <vt:lpstr>Research Question 2: Does sediment deposition rates change over time within a marsh edge?</vt:lpstr>
      <vt:lpstr>RQ# 2: Does sediment deposition rates change over time within a marsh edge?</vt:lpstr>
      <vt:lpstr>RQ # 2: Corte Madera </vt:lpstr>
      <vt:lpstr>RQ # 2: San Pablo*</vt:lpstr>
      <vt:lpstr>RQ # 2: Precipitation and Storm Events! </vt:lpstr>
      <vt:lpstr>Research Question 3:  Does intra-site differences account for differences of sediment deposition rate, regardless of marsh edge type?</vt:lpstr>
      <vt:lpstr>RQ# 3:  Horizontal elevation profiles before and after the study per transect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Savannah Karin Miller</dc:creator>
  <cp:lastModifiedBy>Savannah Karin Miller</cp:lastModifiedBy>
  <cp:revision>1</cp:revision>
  <dcterms:created xsi:type="dcterms:W3CDTF">2026-07-29T05:28:43Z</dcterms:created>
  <dcterms:modified xsi:type="dcterms:W3CDTF">2026-07-29T22:52:01Z</dcterms:modified>
</cp:coreProperties>
</file>