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60" r:id="rId4"/>
    <p:sldId id="257" r:id="rId5"/>
    <p:sldId id="277" r:id="rId6"/>
    <p:sldId id="262" r:id="rId7"/>
    <p:sldId id="265" r:id="rId8"/>
    <p:sldId id="269" r:id="rId9"/>
    <p:sldId id="258" r:id="rId10"/>
    <p:sldId id="268" r:id="rId11"/>
    <p:sldId id="267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C20473-4709-47A5-819D-CC914208266D}" v="11" dt="2026-08-20T09:17:23.5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vannah Karin Miller" userId="22c948fc-cece-4b89-9db3-f9f8a6b29aef" providerId="ADAL" clId="{39DE2C0E-7095-495B-81F3-37AFAFAFC50B}"/>
    <pc:docChg chg="undo custSel addSld delSld modSld">
      <pc:chgData name="Savannah Karin Miller" userId="22c948fc-cece-4b89-9db3-f9f8a6b29aef" providerId="ADAL" clId="{39DE2C0E-7095-495B-81F3-37AFAFAFC50B}" dt="2026-08-20T19:51:18.754" v="654" actId="113"/>
      <pc:docMkLst>
        <pc:docMk/>
      </pc:docMkLst>
      <pc:sldChg chg="modSp mod">
        <pc:chgData name="Savannah Karin Miller" userId="22c948fc-cece-4b89-9db3-f9f8a6b29aef" providerId="ADAL" clId="{39DE2C0E-7095-495B-81F3-37AFAFAFC50B}" dt="2026-08-20T19:49:00.976" v="641" actId="20577"/>
        <pc:sldMkLst>
          <pc:docMk/>
          <pc:sldMk cId="1516950633" sldId="256"/>
        </pc:sldMkLst>
        <pc:spChg chg="mod">
          <ac:chgData name="Savannah Karin Miller" userId="22c948fc-cece-4b89-9db3-f9f8a6b29aef" providerId="ADAL" clId="{39DE2C0E-7095-495B-81F3-37AFAFAFC50B}" dt="2026-08-20T08:47:03.497" v="573" actId="20577"/>
          <ac:spMkLst>
            <pc:docMk/>
            <pc:sldMk cId="1516950633" sldId="256"/>
            <ac:spMk id="2" creationId="{0F264AD1-9945-A9DF-F99F-C4D1F74F1C2B}"/>
          </ac:spMkLst>
        </pc:spChg>
        <pc:spChg chg="mod">
          <ac:chgData name="Savannah Karin Miller" userId="22c948fc-cece-4b89-9db3-f9f8a6b29aef" providerId="ADAL" clId="{39DE2C0E-7095-495B-81F3-37AFAFAFC50B}" dt="2026-08-20T19:49:00.976" v="641" actId="20577"/>
          <ac:spMkLst>
            <pc:docMk/>
            <pc:sldMk cId="1516950633" sldId="256"/>
            <ac:spMk id="3" creationId="{A95694CC-518D-B3E0-D13F-07C0E97451E5}"/>
          </ac:spMkLst>
        </pc:spChg>
      </pc:sldChg>
      <pc:sldChg chg="modSp mod">
        <pc:chgData name="Savannah Karin Miller" userId="22c948fc-cece-4b89-9db3-f9f8a6b29aef" providerId="ADAL" clId="{39DE2C0E-7095-495B-81F3-37AFAFAFC50B}" dt="2026-08-20T19:50:33.656" v="643" actId="113"/>
        <pc:sldMkLst>
          <pc:docMk/>
          <pc:sldMk cId="486066162" sldId="257"/>
        </pc:sldMkLst>
        <pc:spChg chg="mod">
          <ac:chgData name="Savannah Karin Miller" userId="22c948fc-cece-4b89-9db3-f9f8a6b29aef" providerId="ADAL" clId="{39DE2C0E-7095-495B-81F3-37AFAFAFC50B}" dt="2026-08-20T07:53:46.553" v="250" actId="20577"/>
          <ac:spMkLst>
            <pc:docMk/>
            <pc:sldMk cId="486066162" sldId="257"/>
            <ac:spMk id="3" creationId="{7F4B8014-FFE7-1571-391D-5656C51A2B47}"/>
          </ac:spMkLst>
        </pc:spChg>
        <pc:spChg chg="mod">
          <ac:chgData name="Savannah Karin Miller" userId="22c948fc-cece-4b89-9db3-f9f8a6b29aef" providerId="ADAL" clId="{39DE2C0E-7095-495B-81F3-37AFAFAFC50B}" dt="2026-08-20T19:50:33.656" v="643" actId="113"/>
          <ac:spMkLst>
            <pc:docMk/>
            <pc:sldMk cId="486066162" sldId="257"/>
            <ac:spMk id="9" creationId="{63732B0F-E841-7D4F-8FBD-994A0822D640}"/>
          </ac:spMkLst>
        </pc:spChg>
        <pc:picChg chg="mod">
          <ac:chgData name="Savannah Karin Miller" userId="22c948fc-cece-4b89-9db3-f9f8a6b29aef" providerId="ADAL" clId="{39DE2C0E-7095-495B-81F3-37AFAFAFC50B}" dt="2026-08-20T07:53:49.829" v="251" actId="1076"/>
          <ac:picMkLst>
            <pc:docMk/>
            <pc:sldMk cId="486066162" sldId="257"/>
            <ac:picMk id="7" creationId="{C16E32E6-5C3F-0B2F-EBE2-034EA9A3276A}"/>
          </ac:picMkLst>
        </pc:picChg>
      </pc:sldChg>
      <pc:sldChg chg="addSp delSp modSp mod">
        <pc:chgData name="Savannah Karin Miller" userId="22c948fc-cece-4b89-9db3-f9f8a6b29aef" providerId="ADAL" clId="{39DE2C0E-7095-495B-81F3-37AFAFAFC50B}" dt="2026-08-20T19:51:01.600" v="650" actId="255"/>
        <pc:sldMkLst>
          <pc:docMk/>
          <pc:sldMk cId="3601297150" sldId="258"/>
        </pc:sldMkLst>
        <pc:spChg chg="mod">
          <ac:chgData name="Savannah Karin Miller" userId="22c948fc-cece-4b89-9db3-f9f8a6b29aef" providerId="ADAL" clId="{39DE2C0E-7095-495B-81F3-37AFAFAFC50B}" dt="2026-08-20T08:32:45.426" v="295" actId="113"/>
          <ac:spMkLst>
            <pc:docMk/>
            <pc:sldMk cId="3601297150" sldId="258"/>
            <ac:spMk id="3" creationId="{2AE1584C-AF52-0508-4AF4-5E3A5247098D}"/>
          </ac:spMkLst>
        </pc:spChg>
        <pc:spChg chg="mod">
          <ac:chgData name="Savannah Karin Miller" userId="22c948fc-cece-4b89-9db3-f9f8a6b29aef" providerId="ADAL" clId="{39DE2C0E-7095-495B-81F3-37AFAFAFC50B}" dt="2026-08-20T19:51:01.600" v="650" actId="255"/>
          <ac:spMkLst>
            <pc:docMk/>
            <pc:sldMk cId="3601297150" sldId="258"/>
            <ac:spMk id="7" creationId="{81BCDE5C-904D-9ED6-7D4C-CA857E1441A9}"/>
          </ac:spMkLst>
        </pc:spChg>
        <pc:picChg chg="del">
          <ac:chgData name="Savannah Karin Miller" userId="22c948fc-cece-4b89-9db3-f9f8a6b29aef" providerId="ADAL" clId="{39DE2C0E-7095-495B-81F3-37AFAFAFC50B}" dt="2026-08-20T08:56:59.239" v="588" actId="478"/>
          <ac:picMkLst>
            <pc:docMk/>
            <pc:sldMk cId="3601297150" sldId="258"/>
            <ac:picMk id="5" creationId="{F338051C-26BE-5AF1-2C7F-3A68BB20231D}"/>
          </ac:picMkLst>
        </pc:picChg>
        <pc:picChg chg="add del mod">
          <ac:chgData name="Savannah Karin Miller" userId="22c948fc-cece-4b89-9db3-f9f8a6b29aef" providerId="ADAL" clId="{39DE2C0E-7095-495B-81F3-37AFAFAFC50B}" dt="2026-08-20T08:55:57.814" v="584" actId="478"/>
          <ac:picMkLst>
            <pc:docMk/>
            <pc:sldMk cId="3601297150" sldId="258"/>
            <ac:picMk id="6" creationId="{CDE169C3-7E8E-AD6B-A5A1-C6B4E985E320}"/>
          </ac:picMkLst>
        </pc:picChg>
        <pc:picChg chg="del">
          <ac:chgData name="Savannah Karin Miller" userId="22c948fc-cece-4b89-9db3-f9f8a6b29aef" providerId="ADAL" clId="{39DE2C0E-7095-495B-81F3-37AFAFAFC50B}" dt="2026-08-20T08:53:10.657" v="577" actId="478"/>
          <ac:picMkLst>
            <pc:docMk/>
            <pc:sldMk cId="3601297150" sldId="258"/>
            <ac:picMk id="9" creationId="{6A57B441-C9F2-FAF3-340E-CE3C5F57E3BF}"/>
          </ac:picMkLst>
        </pc:picChg>
        <pc:picChg chg="add del mod">
          <ac:chgData name="Savannah Karin Miller" userId="22c948fc-cece-4b89-9db3-f9f8a6b29aef" providerId="ADAL" clId="{39DE2C0E-7095-495B-81F3-37AFAFAFC50B}" dt="2026-08-20T09:02:33.092" v="597" actId="478"/>
          <ac:picMkLst>
            <pc:docMk/>
            <pc:sldMk cId="3601297150" sldId="258"/>
            <ac:picMk id="10" creationId="{523BA365-19A9-7D50-CCED-43C9A47E8B95}"/>
          </ac:picMkLst>
        </pc:picChg>
        <pc:picChg chg="add mod">
          <ac:chgData name="Savannah Karin Miller" userId="22c948fc-cece-4b89-9db3-f9f8a6b29aef" providerId="ADAL" clId="{39DE2C0E-7095-495B-81F3-37AFAFAFC50B}" dt="2026-08-20T08:57:15.520" v="596" actId="1076"/>
          <ac:picMkLst>
            <pc:docMk/>
            <pc:sldMk cId="3601297150" sldId="258"/>
            <ac:picMk id="12" creationId="{E92E26A2-37BF-A038-8F7E-6F6C0C152D3E}"/>
          </ac:picMkLst>
        </pc:picChg>
        <pc:picChg chg="add mod">
          <ac:chgData name="Savannah Karin Miller" userId="22c948fc-cece-4b89-9db3-f9f8a6b29aef" providerId="ADAL" clId="{39DE2C0E-7095-495B-81F3-37AFAFAFC50B}" dt="2026-08-20T09:06:54.521" v="603" actId="1076"/>
          <ac:picMkLst>
            <pc:docMk/>
            <pc:sldMk cId="3601297150" sldId="258"/>
            <ac:picMk id="14" creationId="{39382482-1366-A839-7BAC-FCBB562576CB}"/>
          </ac:picMkLst>
        </pc:picChg>
      </pc:sldChg>
      <pc:sldChg chg="del">
        <pc:chgData name="Savannah Karin Miller" userId="22c948fc-cece-4b89-9db3-f9f8a6b29aef" providerId="ADAL" clId="{39DE2C0E-7095-495B-81F3-37AFAFAFC50B}" dt="2026-08-20T05:47:01.379" v="0" actId="2696"/>
        <pc:sldMkLst>
          <pc:docMk/>
          <pc:sldMk cId="3100768396" sldId="259"/>
        </pc:sldMkLst>
      </pc:sldChg>
      <pc:sldChg chg="del">
        <pc:chgData name="Savannah Karin Miller" userId="22c948fc-cece-4b89-9db3-f9f8a6b29aef" providerId="ADAL" clId="{39DE2C0E-7095-495B-81F3-37AFAFAFC50B}" dt="2026-08-20T19:49:33.091" v="642" actId="2696"/>
        <pc:sldMkLst>
          <pc:docMk/>
          <pc:sldMk cId="2465619183" sldId="261"/>
        </pc:sldMkLst>
      </pc:sldChg>
      <pc:sldChg chg="addSp delSp modSp mod">
        <pc:chgData name="Savannah Karin Miller" userId="22c948fc-cece-4b89-9db3-f9f8a6b29aef" providerId="ADAL" clId="{39DE2C0E-7095-495B-81F3-37AFAFAFC50B}" dt="2026-08-20T08:32:31.222" v="292" actId="12"/>
        <pc:sldMkLst>
          <pc:docMk/>
          <pc:sldMk cId="3122654857" sldId="262"/>
        </pc:sldMkLst>
        <pc:spChg chg="mod">
          <ac:chgData name="Savannah Karin Miller" userId="22c948fc-cece-4b89-9db3-f9f8a6b29aef" providerId="ADAL" clId="{39DE2C0E-7095-495B-81F3-37AFAFAFC50B}" dt="2026-08-20T08:32:31.222" v="292" actId="12"/>
          <ac:spMkLst>
            <pc:docMk/>
            <pc:sldMk cId="3122654857" sldId="262"/>
            <ac:spMk id="4" creationId="{05F9DC8A-ACD6-5238-758A-7ED21C144792}"/>
          </ac:spMkLst>
        </pc:spChg>
        <pc:spChg chg="add del mod">
          <ac:chgData name="Savannah Karin Miller" userId="22c948fc-cece-4b89-9db3-f9f8a6b29aef" providerId="ADAL" clId="{39DE2C0E-7095-495B-81F3-37AFAFAFC50B}" dt="2026-08-20T07:39:17.001" v="187" actId="22"/>
          <ac:spMkLst>
            <pc:docMk/>
            <pc:sldMk cId="3122654857" sldId="262"/>
            <ac:spMk id="5" creationId="{5D75489D-11D6-4A1E-6645-66FD5A39D1EE}"/>
          </ac:spMkLst>
        </pc:spChg>
        <pc:spChg chg="add del mod">
          <ac:chgData name="Savannah Karin Miller" userId="22c948fc-cece-4b89-9db3-f9f8a6b29aef" providerId="ADAL" clId="{39DE2C0E-7095-495B-81F3-37AFAFAFC50B}" dt="2026-08-20T07:45:45.516" v="209" actId="22"/>
          <ac:spMkLst>
            <pc:docMk/>
            <pc:sldMk cId="3122654857" sldId="262"/>
            <ac:spMk id="9" creationId="{6A43EAE3-02D5-1249-F8DF-A4A8D51D04EF}"/>
          </ac:spMkLst>
        </pc:spChg>
        <pc:spChg chg="mod">
          <ac:chgData name="Savannah Karin Miller" userId="22c948fc-cece-4b89-9db3-f9f8a6b29aef" providerId="ADAL" clId="{39DE2C0E-7095-495B-81F3-37AFAFAFC50B}" dt="2026-08-20T07:39:22.019" v="189" actId="1076"/>
          <ac:spMkLst>
            <pc:docMk/>
            <pc:sldMk cId="3122654857" sldId="262"/>
            <ac:spMk id="18" creationId="{E44AC3B8-9932-F4CB-79C4-EFED9DE79173}"/>
          </ac:spMkLst>
        </pc:spChg>
        <pc:picChg chg="add mod ord">
          <ac:chgData name="Savannah Karin Miller" userId="22c948fc-cece-4b89-9db3-f9f8a6b29aef" providerId="ADAL" clId="{39DE2C0E-7095-495B-81F3-37AFAFAFC50B}" dt="2026-08-20T07:39:24.543" v="191" actId="1076"/>
          <ac:picMkLst>
            <pc:docMk/>
            <pc:sldMk cId="3122654857" sldId="262"/>
            <ac:picMk id="7" creationId="{A244592F-A227-DDDF-AF82-17CE80BF494B}"/>
          </ac:picMkLst>
        </pc:picChg>
        <pc:picChg chg="del">
          <ac:chgData name="Savannah Karin Miller" userId="22c948fc-cece-4b89-9db3-f9f8a6b29aef" providerId="ADAL" clId="{39DE2C0E-7095-495B-81F3-37AFAFAFC50B}" dt="2026-08-20T07:45:42.560" v="208" actId="478"/>
          <ac:picMkLst>
            <pc:docMk/>
            <pc:sldMk cId="3122654857" sldId="262"/>
            <ac:picMk id="10" creationId="{C3134E66-A7E7-B5C6-A339-92CFA9866CBA}"/>
          </ac:picMkLst>
        </pc:picChg>
        <pc:picChg chg="add mod ord">
          <ac:chgData name="Savannah Karin Miller" userId="22c948fc-cece-4b89-9db3-f9f8a6b29aef" providerId="ADAL" clId="{39DE2C0E-7095-495B-81F3-37AFAFAFC50B}" dt="2026-08-20T07:45:54.199" v="213" actId="1076"/>
          <ac:picMkLst>
            <pc:docMk/>
            <pc:sldMk cId="3122654857" sldId="262"/>
            <ac:picMk id="12" creationId="{66FF2CE9-77EB-DCBA-D801-0CFADC19D0D7}"/>
          </ac:picMkLst>
        </pc:picChg>
        <pc:picChg chg="del">
          <ac:chgData name="Savannah Karin Miller" userId="22c948fc-cece-4b89-9db3-f9f8a6b29aef" providerId="ADAL" clId="{39DE2C0E-7095-495B-81F3-37AFAFAFC50B}" dt="2026-08-20T07:39:13.229" v="186" actId="478"/>
          <ac:picMkLst>
            <pc:docMk/>
            <pc:sldMk cId="3122654857" sldId="262"/>
            <ac:picMk id="16" creationId="{0013DDBC-C6C3-1FCC-4B7B-2487B50C8B8E}"/>
          </ac:picMkLst>
        </pc:picChg>
      </pc:sldChg>
      <pc:sldChg chg="addSp delSp modSp mod">
        <pc:chgData name="Savannah Karin Miller" userId="22c948fc-cece-4b89-9db3-f9f8a6b29aef" providerId="ADAL" clId="{39DE2C0E-7095-495B-81F3-37AFAFAFC50B}" dt="2026-08-20T19:51:18.754" v="654" actId="113"/>
        <pc:sldMkLst>
          <pc:docMk/>
          <pc:sldMk cId="208134061" sldId="263"/>
        </pc:sldMkLst>
        <pc:spChg chg="mod">
          <ac:chgData name="Savannah Karin Miller" userId="22c948fc-cece-4b89-9db3-f9f8a6b29aef" providerId="ADAL" clId="{39DE2C0E-7095-495B-81F3-37AFAFAFC50B}" dt="2026-08-20T08:32:56.709" v="297" actId="113"/>
          <ac:spMkLst>
            <pc:docMk/>
            <pc:sldMk cId="208134061" sldId="263"/>
            <ac:spMk id="3" creationId="{0BF1C052-6285-1769-E1AA-294C8D89BF23}"/>
          </ac:spMkLst>
        </pc:spChg>
        <pc:spChg chg="mod">
          <ac:chgData name="Savannah Karin Miller" userId="22c948fc-cece-4b89-9db3-f9f8a6b29aef" providerId="ADAL" clId="{39DE2C0E-7095-495B-81F3-37AFAFAFC50B}" dt="2026-08-20T19:51:18.754" v="654" actId="113"/>
          <ac:spMkLst>
            <pc:docMk/>
            <pc:sldMk cId="208134061" sldId="263"/>
            <ac:spMk id="5" creationId="{1189753E-A42E-72E0-A9C6-C40CD033851D}"/>
          </ac:spMkLst>
        </pc:spChg>
        <pc:picChg chg="del">
          <ac:chgData name="Savannah Karin Miller" userId="22c948fc-cece-4b89-9db3-f9f8a6b29aef" providerId="ADAL" clId="{39DE2C0E-7095-495B-81F3-37AFAFAFC50B}" dt="2026-08-20T09:16:48.788" v="621" actId="478"/>
          <ac:picMkLst>
            <pc:docMk/>
            <pc:sldMk cId="208134061" sldId="263"/>
            <ac:picMk id="6" creationId="{B5BE7D8A-5473-F3D7-B2D0-5A3A59964672}"/>
          </ac:picMkLst>
        </pc:picChg>
        <pc:picChg chg="del">
          <ac:chgData name="Savannah Karin Miller" userId="22c948fc-cece-4b89-9db3-f9f8a6b29aef" providerId="ADAL" clId="{39DE2C0E-7095-495B-81F3-37AFAFAFC50B}" dt="2026-08-20T09:15:19.055" v="617" actId="478"/>
          <ac:picMkLst>
            <pc:docMk/>
            <pc:sldMk cId="208134061" sldId="263"/>
            <ac:picMk id="7" creationId="{14AC3AB3-808C-DD20-B0F7-3D785AB4ED9B}"/>
          </ac:picMkLst>
        </pc:picChg>
        <pc:picChg chg="add mod">
          <ac:chgData name="Savannah Karin Miller" userId="22c948fc-cece-4b89-9db3-f9f8a6b29aef" providerId="ADAL" clId="{39DE2C0E-7095-495B-81F3-37AFAFAFC50B}" dt="2026-08-20T09:15:25.239" v="620" actId="1076"/>
          <ac:picMkLst>
            <pc:docMk/>
            <pc:sldMk cId="208134061" sldId="263"/>
            <ac:picMk id="8" creationId="{236CE773-D0E0-F9FC-7BAB-A5CABB5BEF80}"/>
          </ac:picMkLst>
        </pc:picChg>
        <pc:picChg chg="add mod">
          <ac:chgData name="Savannah Karin Miller" userId="22c948fc-cece-4b89-9db3-f9f8a6b29aef" providerId="ADAL" clId="{39DE2C0E-7095-495B-81F3-37AFAFAFC50B}" dt="2026-08-20T09:16:57.121" v="626" actId="1076"/>
          <ac:picMkLst>
            <pc:docMk/>
            <pc:sldMk cId="208134061" sldId="263"/>
            <ac:picMk id="10" creationId="{533EFA13-2548-1E87-5966-170FB8790014}"/>
          </ac:picMkLst>
        </pc:picChg>
      </pc:sldChg>
      <pc:sldChg chg="addSp delSp modSp mod">
        <pc:chgData name="Savannah Karin Miller" userId="22c948fc-cece-4b89-9db3-f9f8a6b29aef" providerId="ADAL" clId="{39DE2C0E-7095-495B-81F3-37AFAFAFC50B}" dt="2026-08-20T19:50:51.476" v="648" actId="1076"/>
        <pc:sldMkLst>
          <pc:docMk/>
          <pc:sldMk cId="4201830709" sldId="265"/>
        </pc:sldMkLst>
        <pc:spChg chg="add del mod">
          <ac:chgData name="Savannah Karin Miller" userId="22c948fc-cece-4b89-9db3-f9f8a6b29aef" providerId="ADAL" clId="{39DE2C0E-7095-495B-81F3-37AFAFAFC50B}" dt="2026-08-20T07:43:46.189" v="198" actId="478"/>
          <ac:spMkLst>
            <pc:docMk/>
            <pc:sldMk cId="4201830709" sldId="265"/>
            <ac:spMk id="4" creationId="{3CE3E7EF-2B7E-4FE6-08AB-CC0C04478960}"/>
          </ac:spMkLst>
        </pc:spChg>
        <pc:spChg chg="add del mod">
          <ac:chgData name="Savannah Karin Miller" userId="22c948fc-cece-4b89-9db3-f9f8a6b29aef" providerId="ADAL" clId="{39DE2C0E-7095-495B-81F3-37AFAFAFC50B}" dt="2026-08-20T07:44:50.082" v="203" actId="22"/>
          <ac:spMkLst>
            <pc:docMk/>
            <pc:sldMk cId="4201830709" sldId="265"/>
            <ac:spMk id="6" creationId="{C784401F-523D-0F4F-5DE9-F38DCF2B56B5}"/>
          </ac:spMkLst>
        </pc:spChg>
        <pc:spChg chg="mod">
          <ac:chgData name="Savannah Karin Miller" userId="22c948fc-cece-4b89-9db3-f9f8a6b29aef" providerId="ADAL" clId="{39DE2C0E-7095-495B-81F3-37AFAFAFC50B}" dt="2026-08-20T08:32:37.587" v="294" actId="14100"/>
          <ac:spMkLst>
            <pc:docMk/>
            <pc:sldMk cId="4201830709" sldId="265"/>
            <ac:spMk id="17" creationId="{49144A24-1987-6422-6B3F-3D8F5572BCD3}"/>
          </ac:spMkLst>
        </pc:spChg>
        <pc:spChg chg="mod">
          <ac:chgData name="Savannah Karin Miller" userId="22c948fc-cece-4b89-9db3-f9f8a6b29aef" providerId="ADAL" clId="{39DE2C0E-7095-495B-81F3-37AFAFAFC50B}" dt="2026-08-20T19:50:51.476" v="648" actId="1076"/>
          <ac:spMkLst>
            <pc:docMk/>
            <pc:sldMk cId="4201830709" sldId="265"/>
            <ac:spMk id="19" creationId="{9464B4DA-DFE6-F7E0-83B5-E49166A4FB92}"/>
          </ac:spMkLst>
        </pc:spChg>
        <pc:picChg chg="add mod ord">
          <ac:chgData name="Savannah Karin Miller" userId="22c948fc-cece-4b89-9db3-f9f8a6b29aef" providerId="ADAL" clId="{39DE2C0E-7095-495B-81F3-37AFAFAFC50B}" dt="2026-08-20T07:44:55.414" v="207" actId="1076"/>
          <ac:picMkLst>
            <pc:docMk/>
            <pc:sldMk cId="4201830709" sldId="265"/>
            <ac:picMk id="8" creationId="{C2878C0D-B29C-4135-29EE-D43C66FB78EA}"/>
          </ac:picMkLst>
        </pc:picChg>
        <pc:picChg chg="del mod">
          <ac:chgData name="Savannah Karin Miller" userId="22c948fc-cece-4b89-9db3-f9f8a6b29aef" providerId="ADAL" clId="{39DE2C0E-7095-495B-81F3-37AFAFAFC50B}" dt="2026-08-20T07:44:02.599" v="202" actId="478"/>
          <ac:picMkLst>
            <pc:docMk/>
            <pc:sldMk cId="4201830709" sldId="265"/>
            <ac:picMk id="13" creationId="{BC9F3883-750B-373D-09B1-78E47C967F76}"/>
          </ac:picMkLst>
        </pc:picChg>
        <pc:picChg chg="del">
          <ac:chgData name="Savannah Karin Miller" userId="22c948fc-cece-4b89-9db3-f9f8a6b29aef" providerId="ADAL" clId="{39DE2C0E-7095-495B-81F3-37AFAFAFC50B}" dt="2026-08-20T07:42:55.649" v="193" actId="478"/>
          <ac:picMkLst>
            <pc:docMk/>
            <pc:sldMk cId="4201830709" sldId="265"/>
            <ac:picMk id="15" creationId="{4D34D60A-E996-0DCD-C824-AAD2D82A0A21}"/>
          </ac:picMkLst>
        </pc:picChg>
      </pc:sldChg>
      <pc:sldChg chg="del">
        <pc:chgData name="Savannah Karin Miller" userId="22c948fc-cece-4b89-9db3-f9f8a6b29aef" providerId="ADAL" clId="{39DE2C0E-7095-495B-81F3-37AFAFAFC50B}" dt="2026-08-20T19:49:33.091" v="642" actId="2696"/>
        <pc:sldMkLst>
          <pc:docMk/>
          <pc:sldMk cId="1405136645" sldId="266"/>
        </pc:sldMkLst>
      </pc:sldChg>
      <pc:sldChg chg="addSp delSp modSp mod">
        <pc:chgData name="Savannah Karin Miller" userId="22c948fc-cece-4b89-9db3-f9f8a6b29aef" providerId="ADAL" clId="{39DE2C0E-7095-495B-81F3-37AFAFAFC50B}" dt="2026-08-20T19:51:11.126" v="652" actId="113"/>
        <pc:sldMkLst>
          <pc:docMk/>
          <pc:sldMk cId="1399441668" sldId="268"/>
        </pc:sldMkLst>
        <pc:spChg chg="mod">
          <ac:chgData name="Savannah Karin Miller" userId="22c948fc-cece-4b89-9db3-f9f8a6b29aef" providerId="ADAL" clId="{39DE2C0E-7095-495B-81F3-37AFAFAFC50B}" dt="2026-08-20T08:32:50.240" v="296" actId="113"/>
          <ac:spMkLst>
            <pc:docMk/>
            <pc:sldMk cId="1399441668" sldId="268"/>
            <ac:spMk id="3" creationId="{9E796BF8-74BD-916F-CC78-3AB5AAE82856}"/>
          </ac:spMkLst>
        </pc:spChg>
        <pc:spChg chg="del">
          <ac:chgData name="Savannah Karin Miller" userId="22c948fc-cece-4b89-9db3-f9f8a6b29aef" providerId="ADAL" clId="{39DE2C0E-7095-495B-81F3-37AFAFAFC50B}" dt="2026-08-20T09:09:15.084" v="616" actId="478"/>
          <ac:spMkLst>
            <pc:docMk/>
            <pc:sldMk cId="1399441668" sldId="268"/>
            <ac:spMk id="7" creationId="{49B09ACB-BE6D-7FFE-59B6-D654D93F4B1C}"/>
          </ac:spMkLst>
        </pc:spChg>
        <pc:spChg chg="add mod">
          <ac:chgData name="Savannah Karin Miller" userId="22c948fc-cece-4b89-9db3-f9f8a6b29aef" providerId="ADAL" clId="{39DE2C0E-7095-495B-81F3-37AFAFAFC50B}" dt="2026-08-20T19:51:11.126" v="652" actId="113"/>
          <ac:spMkLst>
            <pc:docMk/>
            <pc:sldMk cId="1399441668" sldId="268"/>
            <ac:spMk id="9" creationId="{B27EF4E9-54BA-3E87-8AE8-73EBEB9D72AD}"/>
          </ac:spMkLst>
        </pc:spChg>
        <pc:picChg chg="add mod">
          <ac:chgData name="Savannah Karin Miller" userId="22c948fc-cece-4b89-9db3-f9f8a6b29aef" providerId="ADAL" clId="{39DE2C0E-7095-495B-81F3-37AFAFAFC50B}" dt="2026-08-20T09:07:25.881" v="608" actId="1076"/>
          <ac:picMkLst>
            <pc:docMk/>
            <pc:sldMk cId="1399441668" sldId="268"/>
            <ac:picMk id="5" creationId="{7C33F751-6AAF-187B-093E-E3673302906D}"/>
          </ac:picMkLst>
        </pc:picChg>
        <pc:picChg chg="del">
          <ac:chgData name="Savannah Karin Miller" userId="22c948fc-cece-4b89-9db3-f9f8a6b29aef" providerId="ADAL" clId="{39DE2C0E-7095-495B-81F3-37AFAFAFC50B}" dt="2026-08-20T09:08:31.284" v="609" actId="478"/>
          <ac:picMkLst>
            <pc:docMk/>
            <pc:sldMk cId="1399441668" sldId="268"/>
            <ac:picMk id="6" creationId="{B065BFEF-E75D-6D8C-C05E-070227D70229}"/>
          </ac:picMkLst>
        </pc:picChg>
        <pc:picChg chg="del">
          <ac:chgData name="Savannah Karin Miller" userId="22c948fc-cece-4b89-9db3-f9f8a6b29aef" providerId="ADAL" clId="{39DE2C0E-7095-495B-81F3-37AFAFAFC50B}" dt="2026-08-20T09:07:20.707" v="604" actId="478"/>
          <ac:picMkLst>
            <pc:docMk/>
            <pc:sldMk cId="1399441668" sldId="268"/>
            <ac:picMk id="10" creationId="{38F1AAAC-9CFC-05B1-0777-AB82F74D5F61}"/>
          </ac:picMkLst>
        </pc:picChg>
      </pc:sldChg>
      <pc:sldChg chg="addSp modSp mod">
        <pc:chgData name="Savannah Karin Miller" userId="22c948fc-cece-4b89-9db3-f9f8a6b29aef" providerId="ADAL" clId="{39DE2C0E-7095-495B-81F3-37AFAFAFC50B}" dt="2026-08-20T07:56:23.526" v="290" actId="1076"/>
        <pc:sldMkLst>
          <pc:docMk/>
          <pc:sldMk cId="214890209" sldId="269"/>
        </pc:sldMkLst>
        <pc:spChg chg="add mod">
          <ac:chgData name="Savannah Karin Miller" userId="22c948fc-cece-4b89-9db3-f9f8a6b29aef" providerId="ADAL" clId="{39DE2C0E-7095-495B-81F3-37AFAFAFC50B}" dt="2026-08-20T07:56:23.526" v="290" actId="1076"/>
          <ac:spMkLst>
            <pc:docMk/>
            <pc:sldMk cId="214890209" sldId="269"/>
            <ac:spMk id="3" creationId="{C33E91D4-EECE-87CF-96F4-9245D3482B47}"/>
          </ac:spMkLst>
        </pc:spChg>
        <pc:spChg chg="add mod">
          <ac:chgData name="Savannah Karin Miller" userId="22c948fc-cece-4b89-9db3-f9f8a6b29aef" providerId="ADAL" clId="{39DE2C0E-7095-495B-81F3-37AFAFAFC50B}" dt="2026-08-20T07:56:16.402" v="288" actId="1076"/>
          <ac:spMkLst>
            <pc:docMk/>
            <pc:sldMk cId="214890209" sldId="269"/>
            <ac:spMk id="5" creationId="{058CFBB8-7405-BFA3-47AF-DEF170030D72}"/>
          </ac:spMkLst>
        </pc:spChg>
        <pc:spChg chg="mod">
          <ac:chgData name="Savannah Karin Miller" userId="22c948fc-cece-4b89-9db3-f9f8a6b29aef" providerId="ADAL" clId="{39DE2C0E-7095-495B-81F3-37AFAFAFC50B}" dt="2026-08-20T07:55:40.698" v="274" actId="1076"/>
          <ac:spMkLst>
            <pc:docMk/>
            <pc:sldMk cId="214890209" sldId="269"/>
            <ac:spMk id="16" creationId="{1FAD9F62-AE46-00F1-9A42-F503D5A30586}"/>
          </ac:spMkLst>
        </pc:spChg>
        <pc:spChg chg="mod">
          <ac:chgData name="Savannah Karin Miller" userId="22c948fc-cece-4b89-9db3-f9f8a6b29aef" providerId="ADAL" clId="{39DE2C0E-7095-495B-81F3-37AFAFAFC50B}" dt="2026-08-20T07:55:29.818" v="272" actId="1076"/>
          <ac:spMkLst>
            <pc:docMk/>
            <pc:sldMk cId="214890209" sldId="269"/>
            <ac:spMk id="17" creationId="{4EB98CC4-6474-69BA-B57B-1FCDF0E15445}"/>
          </ac:spMkLst>
        </pc:spChg>
        <pc:spChg chg="mod">
          <ac:chgData name="Savannah Karin Miller" userId="22c948fc-cece-4b89-9db3-f9f8a6b29aef" providerId="ADAL" clId="{39DE2C0E-7095-495B-81F3-37AFAFAFC50B}" dt="2026-08-20T07:55:23.390" v="271" actId="1076"/>
          <ac:spMkLst>
            <pc:docMk/>
            <pc:sldMk cId="214890209" sldId="269"/>
            <ac:spMk id="20" creationId="{E1552378-61BB-8482-B803-E8E7C5FA118D}"/>
          </ac:spMkLst>
        </pc:spChg>
        <pc:picChg chg="add mod">
          <ac:chgData name="Savannah Karin Miller" userId="22c948fc-cece-4b89-9db3-f9f8a6b29aef" providerId="ADAL" clId="{39DE2C0E-7095-495B-81F3-37AFAFAFC50B}" dt="2026-08-20T07:56:05.494" v="285" actId="1076"/>
          <ac:picMkLst>
            <pc:docMk/>
            <pc:sldMk cId="214890209" sldId="269"/>
            <ac:picMk id="8" creationId="{D1E78119-A2AB-A652-EEC6-97D8BFF33E7B}"/>
          </ac:picMkLst>
        </pc:picChg>
        <pc:picChg chg="mod">
          <ac:chgData name="Savannah Karin Miller" userId="22c948fc-cece-4b89-9db3-f9f8a6b29aef" providerId="ADAL" clId="{39DE2C0E-7095-495B-81F3-37AFAFAFC50B}" dt="2026-08-20T07:55:46.868" v="276" actId="14100"/>
          <ac:picMkLst>
            <pc:docMk/>
            <pc:sldMk cId="214890209" sldId="269"/>
            <ac:picMk id="10" creationId="{27444A21-EF9E-DA55-031A-BF4D1D95AA1C}"/>
          </ac:picMkLst>
        </pc:picChg>
        <pc:picChg chg="mod">
          <ac:chgData name="Savannah Karin Miller" userId="22c948fc-cece-4b89-9db3-f9f8a6b29aef" providerId="ADAL" clId="{39DE2C0E-7095-495B-81F3-37AFAFAFC50B}" dt="2026-08-20T07:55:55.514" v="281" actId="14100"/>
          <ac:picMkLst>
            <pc:docMk/>
            <pc:sldMk cId="214890209" sldId="269"/>
            <ac:picMk id="12" creationId="{C7CB1A22-F94B-B8CD-B067-182F02E62E01}"/>
          </ac:picMkLst>
        </pc:picChg>
      </pc:sldChg>
      <pc:sldChg chg="del">
        <pc:chgData name="Savannah Karin Miller" userId="22c948fc-cece-4b89-9db3-f9f8a6b29aef" providerId="ADAL" clId="{39DE2C0E-7095-495B-81F3-37AFAFAFC50B}" dt="2026-08-20T19:49:33.091" v="642" actId="2696"/>
        <pc:sldMkLst>
          <pc:docMk/>
          <pc:sldMk cId="1111395093" sldId="271"/>
        </pc:sldMkLst>
      </pc:sldChg>
      <pc:sldChg chg="del">
        <pc:chgData name="Savannah Karin Miller" userId="22c948fc-cece-4b89-9db3-f9f8a6b29aef" providerId="ADAL" clId="{39DE2C0E-7095-495B-81F3-37AFAFAFC50B}" dt="2026-08-20T19:49:33.091" v="642" actId="2696"/>
        <pc:sldMkLst>
          <pc:docMk/>
          <pc:sldMk cId="60502188" sldId="272"/>
        </pc:sldMkLst>
      </pc:sldChg>
      <pc:sldChg chg="del">
        <pc:chgData name="Savannah Karin Miller" userId="22c948fc-cece-4b89-9db3-f9f8a6b29aef" providerId="ADAL" clId="{39DE2C0E-7095-495B-81F3-37AFAFAFC50B}" dt="2026-08-20T19:49:33.091" v="642" actId="2696"/>
        <pc:sldMkLst>
          <pc:docMk/>
          <pc:sldMk cId="1423438856" sldId="273"/>
        </pc:sldMkLst>
      </pc:sldChg>
      <pc:sldChg chg="del">
        <pc:chgData name="Savannah Karin Miller" userId="22c948fc-cece-4b89-9db3-f9f8a6b29aef" providerId="ADAL" clId="{39DE2C0E-7095-495B-81F3-37AFAFAFC50B}" dt="2026-08-20T19:49:33.091" v="642" actId="2696"/>
        <pc:sldMkLst>
          <pc:docMk/>
          <pc:sldMk cId="2014083808" sldId="274"/>
        </pc:sldMkLst>
      </pc:sldChg>
      <pc:sldChg chg="del">
        <pc:chgData name="Savannah Karin Miller" userId="22c948fc-cece-4b89-9db3-f9f8a6b29aef" providerId="ADAL" clId="{39DE2C0E-7095-495B-81F3-37AFAFAFC50B}" dt="2026-08-20T19:49:33.091" v="642" actId="2696"/>
        <pc:sldMkLst>
          <pc:docMk/>
          <pc:sldMk cId="4226288996" sldId="275"/>
        </pc:sldMkLst>
      </pc:sldChg>
      <pc:sldChg chg="addSp delSp modSp add del mod">
        <pc:chgData name="Savannah Karin Miller" userId="22c948fc-cece-4b89-9db3-f9f8a6b29aef" providerId="ADAL" clId="{39DE2C0E-7095-495B-81F3-37AFAFAFC50B}" dt="2026-08-20T07:56:27.658" v="291" actId="2696"/>
        <pc:sldMkLst>
          <pc:docMk/>
          <pc:sldMk cId="4276911039" sldId="276"/>
        </pc:sldMkLst>
        <pc:spChg chg="add del mod">
          <ac:chgData name="Savannah Karin Miller" userId="22c948fc-cece-4b89-9db3-f9f8a6b29aef" providerId="ADAL" clId="{39DE2C0E-7095-495B-81F3-37AFAFAFC50B}" dt="2026-08-20T06:41:08.303" v="14" actId="478"/>
          <ac:spMkLst>
            <pc:docMk/>
            <pc:sldMk cId="4276911039" sldId="276"/>
            <ac:spMk id="4" creationId="{5CB08DDB-A616-C317-CE69-334D9490B97D}"/>
          </ac:spMkLst>
        </pc:spChg>
        <pc:spChg chg="add del mod">
          <ac:chgData name="Savannah Karin Miller" userId="22c948fc-cece-4b89-9db3-f9f8a6b29aef" providerId="ADAL" clId="{39DE2C0E-7095-495B-81F3-37AFAFAFC50B}" dt="2026-08-20T06:41:15.254" v="16" actId="22"/>
          <ac:spMkLst>
            <pc:docMk/>
            <pc:sldMk cId="4276911039" sldId="276"/>
            <ac:spMk id="6" creationId="{B1DC3FB4-8FAF-496F-E39B-DF18F25918D8}"/>
          </ac:spMkLst>
        </pc:spChg>
        <pc:spChg chg="add del mod">
          <ac:chgData name="Savannah Karin Miller" userId="22c948fc-cece-4b89-9db3-f9f8a6b29aef" providerId="ADAL" clId="{39DE2C0E-7095-495B-81F3-37AFAFAFC50B}" dt="2026-08-20T07:56:10.438" v="286" actId="21"/>
          <ac:spMkLst>
            <pc:docMk/>
            <pc:sldMk cId="4276911039" sldId="276"/>
            <ac:spMk id="9" creationId="{0C7D904D-6C7B-A83E-0561-11998819B7CA}"/>
          </ac:spMkLst>
        </pc:spChg>
        <pc:spChg chg="add mod">
          <ac:chgData name="Savannah Karin Miller" userId="22c948fc-cece-4b89-9db3-f9f8a6b29aef" providerId="ADAL" clId="{39DE2C0E-7095-495B-81F3-37AFAFAFC50B}" dt="2026-08-20T07:54:43.648" v="259" actId="21"/>
          <ac:spMkLst>
            <pc:docMk/>
            <pc:sldMk cId="4276911039" sldId="276"/>
            <ac:spMk id="13" creationId="{90F72266-E5C5-9ECA-1FEE-F8F48837C649}"/>
          </ac:spMkLst>
        </pc:spChg>
        <pc:spChg chg="add mod">
          <ac:chgData name="Savannah Karin Miller" userId="22c948fc-cece-4b89-9db3-f9f8a6b29aef" providerId="ADAL" clId="{39DE2C0E-7095-495B-81F3-37AFAFAFC50B}" dt="2026-08-20T07:54:52.027" v="262" actId="21"/>
          <ac:spMkLst>
            <pc:docMk/>
            <pc:sldMk cId="4276911039" sldId="276"/>
            <ac:spMk id="15" creationId="{1BFEADB3-D515-610B-848B-8F9AB670E5B2}"/>
          </ac:spMkLst>
        </pc:spChg>
        <pc:spChg chg="del">
          <ac:chgData name="Savannah Karin Miller" userId="22c948fc-cece-4b89-9db3-f9f8a6b29aef" providerId="ADAL" clId="{39DE2C0E-7095-495B-81F3-37AFAFAFC50B}" dt="2026-08-20T06:40:48.355" v="10" actId="478"/>
          <ac:spMkLst>
            <pc:docMk/>
            <pc:sldMk cId="4276911039" sldId="276"/>
            <ac:spMk id="16" creationId="{CE29638A-8B44-ACB9-C95A-B43070126E4D}"/>
          </ac:spMkLst>
        </pc:spChg>
        <pc:spChg chg="del mod">
          <ac:chgData name="Savannah Karin Miller" userId="22c948fc-cece-4b89-9db3-f9f8a6b29aef" providerId="ADAL" clId="{39DE2C0E-7095-495B-81F3-37AFAFAFC50B}" dt="2026-08-20T07:54:43.648" v="259" actId="21"/>
          <ac:spMkLst>
            <pc:docMk/>
            <pc:sldMk cId="4276911039" sldId="276"/>
            <ac:spMk id="17" creationId="{C33E91D4-EECE-87CF-96F4-9245D3482B47}"/>
          </ac:spMkLst>
        </pc:spChg>
        <pc:spChg chg="del">
          <ac:chgData name="Savannah Karin Miller" userId="22c948fc-cece-4b89-9db3-f9f8a6b29aef" providerId="ADAL" clId="{39DE2C0E-7095-495B-81F3-37AFAFAFC50B}" dt="2026-08-20T06:41:11.353" v="15" actId="478"/>
          <ac:spMkLst>
            <pc:docMk/>
            <pc:sldMk cId="4276911039" sldId="276"/>
            <ac:spMk id="20" creationId="{DE74B17F-3AB0-3856-26D9-76CDD7FBEDFA}"/>
          </ac:spMkLst>
        </pc:spChg>
        <pc:picChg chg="add del mod ord modCrop">
          <ac:chgData name="Savannah Karin Miller" userId="22c948fc-cece-4b89-9db3-f9f8a6b29aef" providerId="ADAL" clId="{39DE2C0E-7095-495B-81F3-37AFAFAFC50B}" dt="2026-08-20T07:54:52.027" v="262" actId="21"/>
          <ac:picMkLst>
            <pc:docMk/>
            <pc:sldMk cId="4276911039" sldId="276"/>
            <ac:picMk id="8" creationId="{D1E78119-A2AB-A652-EEC6-97D8BFF33E7B}"/>
          </ac:picMkLst>
        </pc:picChg>
        <pc:picChg chg="del">
          <ac:chgData name="Savannah Karin Miller" userId="22c948fc-cece-4b89-9db3-f9f8a6b29aef" providerId="ADAL" clId="{39DE2C0E-7095-495B-81F3-37AFAFAFC50B}" dt="2026-08-20T06:40:49.397" v="11" actId="478"/>
          <ac:picMkLst>
            <pc:docMk/>
            <pc:sldMk cId="4276911039" sldId="276"/>
            <ac:picMk id="10" creationId="{F183BFF3-12C5-D735-DBC2-D8BC57301768}"/>
          </ac:picMkLst>
        </pc:picChg>
        <pc:picChg chg="del">
          <ac:chgData name="Savannah Karin Miller" userId="22c948fc-cece-4b89-9db3-f9f8a6b29aef" providerId="ADAL" clId="{39DE2C0E-7095-495B-81F3-37AFAFAFC50B}" dt="2026-08-20T06:40:51.088" v="12" actId="478"/>
          <ac:picMkLst>
            <pc:docMk/>
            <pc:sldMk cId="4276911039" sldId="276"/>
            <ac:picMk id="12" creationId="{42F370B4-E81A-38D7-4475-67D700B7F069}"/>
          </ac:picMkLst>
        </pc:picChg>
      </pc:sldChg>
      <pc:sldChg chg="addSp delSp modSp add mod">
        <pc:chgData name="Savannah Karin Miller" userId="22c948fc-cece-4b89-9db3-f9f8a6b29aef" providerId="ADAL" clId="{39DE2C0E-7095-495B-81F3-37AFAFAFC50B}" dt="2026-08-20T19:50:37.789" v="644" actId="113"/>
        <pc:sldMkLst>
          <pc:docMk/>
          <pc:sldMk cId="1989964735" sldId="277"/>
        </pc:sldMkLst>
        <pc:spChg chg="mod">
          <ac:chgData name="Savannah Karin Miller" userId="22c948fc-cece-4b89-9db3-f9f8a6b29aef" providerId="ADAL" clId="{39DE2C0E-7095-495B-81F3-37AFAFAFC50B}" dt="2026-08-20T07:53:35.660" v="223" actId="20577"/>
          <ac:spMkLst>
            <pc:docMk/>
            <pc:sldMk cId="1989964735" sldId="277"/>
            <ac:spMk id="3" creationId="{6188D466-244B-E242-C4D8-4B30ECABC727}"/>
          </ac:spMkLst>
        </pc:spChg>
        <pc:spChg chg="del">
          <ac:chgData name="Savannah Karin Miller" userId="22c948fc-cece-4b89-9db3-f9f8a6b29aef" providerId="ADAL" clId="{39DE2C0E-7095-495B-81F3-37AFAFAFC50B}" dt="2026-08-20T07:16:43.253" v="171" actId="478"/>
          <ac:spMkLst>
            <pc:docMk/>
            <pc:sldMk cId="1989964735" sldId="277"/>
            <ac:spMk id="4" creationId="{EECADB76-5A50-DDE9-7C0E-A171C127F5B3}"/>
          </ac:spMkLst>
        </pc:spChg>
        <pc:spChg chg="mod">
          <ac:chgData name="Savannah Karin Miller" userId="22c948fc-cece-4b89-9db3-f9f8a6b29aef" providerId="ADAL" clId="{39DE2C0E-7095-495B-81F3-37AFAFAFC50B}" dt="2026-08-20T19:50:37.789" v="644" actId="113"/>
          <ac:spMkLst>
            <pc:docMk/>
            <pc:sldMk cId="1989964735" sldId="277"/>
            <ac:spMk id="9" creationId="{486B9E10-8F92-A060-9995-9221AEFB7ED9}"/>
          </ac:spMkLst>
        </pc:spChg>
        <pc:picChg chg="del">
          <ac:chgData name="Savannah Karin Miller" userId="22c948fc-cece-4b89-9db3-f9f8a6b29aef" providerId="ADAL" clId="{39DE2C0E-7095-495B-81F3-37AFAFAFC50B}" dt="2026-08-20T07:15:33.208" v="161" actId="478"/>
          <ac:picMkLst>
            <pc:docMk/>
            <pc:sldMk cId="1989964735" sldId="277"/>
            <ac:picMk id="5" creationId="{A352722C-3158-3C5E-F00A-9DE9D7641956}"/>
          </ac:picMkLst>
        </pc:picChg>
        <pc:picChg chg="del">
          <ac:chgData name="Savannah Karin Miller" userId="22c948fc-cece-4b89-9db3-f9f8a6b29aef" providerId="ADAL" clId="{39DE2C0E-7095-495B-81F3-37AFAFAFC50B}" dt="2026-08-20T07:16:34.995" v="167" actId="478"/>
          <ac:picMkLst>
            <pc:docMk/>
            <pc:sldMk cId="1989964735" sldId="277"/>
            <ac:picMk id="7" creationId="{952D0CEC-70C7-2FCA-30FD-034DBE239D18}"/>
          </ac:picMkLst>
        </pc:picChg>
        <pc:picChg chg="add mod">
          <ac:chgData name="Savannah Karin Miller" userId="22c948fc-cece-4b89-9db3-f9f8a6b29aef" providerId="ADAL" clId="{39DE2C0E-7095-495B-81F3-37AFAFAFC50B}" dt="2026-08-20T07:15:40.028" v="166" actId="1076"/>
          <ac:picMkLst>
            <pc:docMk/>
            <pc:sldMk cId="1989964735" sldId="277"/>
            <ac:picMk id="8" creationId="{7692241E-91AE-812C-E568-F44460495227}"/>
          </ac:picMkLst>
        </pc:picChg>
        <pc:picChg chg="add mod">
          <ac:chgData name="Savannah Karin Miller" userId="22c948fc-cece-4b89-9db3-f9f8a6b29aef" providerId="ADAL" clId="{39DE2C0E-7095-495B-81F3-37AFAFAFC50B}" dt="2026-08-20T07:16:52.035" v="176" actId="1076"/>
          <ac:picMkLst>
            <pc:docMk/>
            <pc:sldMk cId="1989964735" sldId="277"/>
            <ac:picMk id="11" creationId="{C8D81598-B3A5-B371-0EFF-AFB66F4324E5}"/>
          </ac:picMkLst>
        </pc:picChg>
      </pc:sldChg>
      <pc:sldChg chg="modSp new mod">
        <pc:chgData name="Savannah Karin Miller" userId="22c948fc-cece-4b89-9db3-f9f8a6b29aef" providerId="ADAL" clId="{39DE2C0E-7095-495B-81F3-37AFAFAFC50B}" dt="2026-08-20T08:45:40.695" v="572" actId="20577"/>
        <pc:sldMkLst>
          <pc:docMk/>
          <pc:sldMk cId="2160164966" sldId="278"/>
        </pc:sldMkLst>
        <pc:spChg chg="mod">
          <ac:chgData name="Savannah Karin Miller" userId="22c948fc-cece-4b89-9db3-f9f8a6b29aef" providerId="ADAL" clId="{39DE2C0E-7095-495B-81F3-37AFAFAFC50B}" dt="2026-08-20T08:44:39.141" v="304" actId="20577"/>
          <ac:spMkLst>
            <pc:docMk/>
            <pc:sldMk cId="2160164966" sldId="278"/>
            <ac:spMk id="2" creationId="{6CBDF18A-FEEB-4D16-C882-1B058D39A945}"/>
          </ac:spMkLst>
        </pc:spChg>
        <pc:spChg chg="mod">
          <ac:chgData name="Savannah Karin Miller" userId="22c948fc-cece-4b89-9db3-f9f8a6b29aef" providerId="ADAL" clId="{39DE2C0E-7095-495B-81F3-37AFAFAFC50B}" dt="2026-08-20T08:45:40.695" v="572" actId="20577"/>
          <ac:spMkLst>
            <pc:docMk/>
            <pc:sldMk cId="2160164966" sldId="278"/>
            <ac:spMk id="3" creationId="{3B18A0F8-61F8-A183-DBD3-8A79A9031F7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00114-2FE5-31B9-3911-EA112C03D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AF160D-5405-38F7-B434-595B2002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91775-3BA5-D9FF-A1A6-6B284CF75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5577-04C1-4DFE-9495-826892B2039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4D1C8-F825-86EA-637B-2C8B8362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D46CE-9690-E0A9-EFB6-A213ACA6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C526C-EF73-4FE0-ACC3-3C29BF3B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741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213B5-C0C6-7A27-46E1-827F68AB1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6A1F0-7BBB-C8C3-838D-0A9CD5BBC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053FC-B568-E45C-6128-D0794B44E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5577-04C1-4DFE-9495-826892B2039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A5BBE-2C04-3BE0-70C9-89CE2BE03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8D356-E682-D1D2-194F-E87C26C71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C526C-EF73-4FE0-ACC3-3C29BF3B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443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5FFF2-95FF-EDC9-293E-A1F6948FE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5F1E5-D141-DB16-8378-9BCB39CE2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059C6-DA36-FDDB-0C1B-D03CB2C8B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5577-04C1-4DFE-9495-826892B2039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B3BC7-8590-C60C-1CBA-B5EFFE8AF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375DF-B936-4C47-DA12-C5D8264C5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C526C-EF73-4FE0-ACC3-3C29BF3B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0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D8D65-8ED8-1988-ADBC-719680590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A77E0-32B0-636F-2862-8B838FD2A8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AA759D-4251-CB60-89A0-CBC493B10A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09C38-1943-0E77-DFEB-FE0D710C1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5577-04C1-4DFE-9495-826892B2039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B42553-C090-11F4-CF5A-E21763E8E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4CF77C-1E68-9021-F4D5-22FE0D3F0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C526C-EF73-4FE0-ACC3-3C29BF3B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503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7D234-DEA2-4E4D-A6A3-0A1D39629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41397-CDF0-B665-C49C-E2AADBE06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56A5F5-F5D1-A193-9F5E-54E8C33729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A6DCAF-65DD-0BE9-5E54-C172E46C62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458302-8BBC-BDFD-A311-383C4B3A31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2D43F1-ADB3-2C66-3647-E7551BB20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5577-04C1-4DFE-9495-826892B2039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F91DC5-FF26-D25D-53AE-599F1ADE9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8773B9-6D78-2B62-F06B-9E4708B6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C526C-EF73-4FE0-ACC3-3C29BF3B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525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3F1B6-D970-30B2-C73B-C1BE1BAA1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B5DA22-E17C-46DB-97CA-0560F23B0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5577-04C1-4DFE-9495-826892B2039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2CC244-2B3C-AD9C-30BF-6307977DA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69F1FE-FFC9-847A-D16B-9796CAC3E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C526C-EF73-4FE0-ACC3-3C29BF3B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64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60C8CC-6310-BE03-F518-B98C45E9C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5577-04C1-4DFE-9495-826892B2039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856D02-48F1-50E7-1419-E69E2FEF6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8EDAE-23A2-205F-B78F-A20166110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C526C-EF73-4FE0-ACC3-3C29BF3B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100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80822-33AB-CC92-9EE7-4454D0B9A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3792D-0677-B5A7-860C-6A3E981B3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A1ED90-C063-846D-2215-93728DE3D9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15DFAC-72D4-2452-EC32-E2BDBE741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5577-04C1-4DFE-9495-826892B2039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EC9AB-6ACA-655A-474F-7B79FE312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72D943-24F8-9012-2094-DE0A0CFF7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C526C-EF73-4FE0-ACC3-3C29BF3B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808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8DD60-04C2-59AC-9C8E-4D226A16E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D029BC-8C77-7E3B-036A-F30317D1BF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76A9DF-5A4D-C004-72F6-F92E6D913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6EA1A-2894-C285-0E27-59FA025DA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5577-04C1-4DFE-9495-826892B2039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398E2F-6A3F-F922-D976-30B14B843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220E76-5ECE-C91C-6ECA-4AE7EC045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C526C-EF73-4FE0-ACC3-3C29BF3B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362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977C9-18F0-B6BD-5C56-2F92F0828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627B49-7A2B-B5A6-48D7-AC2557F92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08ABD-C009-5EA1-D66A-89045EE62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5577-04C1-4DFE-9495-826892B2039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E1DB0-A2A8-825D-5DED-F44DC38F9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86528-DBBD-3FC7-20B4-9E1FD0C01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C526C-EF73-4FE0-ACC3-3C29BF3B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669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2A8F0E-7046-D59F-A3DB-5126BD7DC7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0090D6-8EDF-4114-418F-4ACB8D100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A9F4F-5B2A-E645-906E-875C70700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5577-04C1-4DFE-9495-826892B2039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70069-32EF-6198-6F67-8926CE4E0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E3278-BE85-F5A5-0275-BBB080557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C526C-EF73-4FE0-ACC3-3C29BF3B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706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4AB186-4480-D0CD-9FFA-7E59CB940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FB78D5-3F0E-5A66-6131-4C3C0F067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685B7-5AB0-5F64-1B58-D5B9692148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125577-04C1-4DFE-9495-826892B2039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4D209-E433-DED0-5138-1C6E172A9D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FF9E5-D403-B72D-46BC-0E0A42AFD3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3C526C-EF73-4FE0-ACC3-3C29BF3B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852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64AD1-9945-A9DF-F99F-C4D1F74F1C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Results Check-In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694CC-518D-B3E0-D13F-07C0E97451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20 August 2026</a:t>
            </a:r>
          </a:p>
        </p:txBody>
      </p:sp>
    </p:spTree>
    <p:extLst>
      <p:ext uri="{BB962C8B-B14F-4D97-AF65-F5344CB8AC3E}">
        <p14:creationId xmlns:p14="http://schemas.microsoft.com/office/powerpoint/2010/main" val="1516950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DF18A-FEEB-4D16-C882-1B058D39A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8A0F8-61F8-A183-DBD3-8A79A9031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Confirmation on use of general linear mixed models </a:t>
            </a:r>
          </a:p>
          <a:p>
            <a:r>
              <a:rPr lang="en-US" dirty="0"/>
              <a:t>Insight on process of deduction/workflow with linear models </a:t>
            </a:r>
          </a:p>
          <a:p>
            <a:r>
              <a:rPr lang="en-US" dirty="0"/>
              <a:t>Talk over ideas of the LASSO test and review use and results of first attempt </a:t>
            </a:r>
          </a:p>
          <a:p>
            <a:r>
              <a:rPr lang="en-US" dirty="0"/>
              <a:t>Talk about general outline of thesis results </a:t>
            </a:r>
          </a:p>
        </p:txBody>
      </p:sp>
    </p:spTree>
    <p:extLst>
      <p:ext uri="{BB962C8B-B14F-4D97-AF65-F5344CB8AC3E}">
        <p14:creationId xmlns:p14="http://schemas.microsoft.com/office/powerpoint/2010/main" val="2160164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78E77-2410-48D8-E204-60A734D8D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Summary-Sediment and Abiotic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931F0-4409-18B6-3C54-02E0CF904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Merged USGS and Thesis Sediment Deposition data into one </a:t>
            </a:r>
            <a:r>
              <a:rPr lang="en-US" b="1" dirty="0" err="1"/>
              <a:t>dataframe</a:t>
            </a:r>
            <a:r>
              <a:rPr lang="en-US" b="1" dirty="0"/>
              <a:t>! </a:t>
            </a:r>
          </a:p>
          <a:p>
            <a:pPr marL="0" indent="0">
              <a:buNone/>
            </a:pPr>
            <a:r>
              <a:rPr lang="en-US" dirty="0"/>
              <a:t>Thesis includes additional variables:</a:t>
            </a:r>
          </a:p>
          <a:p>
            <a:pPr lvl="1"/>
            <a:r>
              <a:rPr lang="en-US" dirty="0"/>
              <a:t>“local slope”</a:t>
            </a:r>
          </a:p>
          <a:p>
            <a:pPr lvl="2"/>
            <a:r>
              <a:rPr lang="en-US" dirty="0"/>
              <a:t>Extrapolated from marsh edge horizontal profile (June 2025) to the most recent RTK surveys of the transect (Nov. 2025-March 2025)</a:t>
            </a:r>
          </a:p>
          <a:p>
            <a:pPr lvl="1"/>
            <a:r>
              <a:rPr lang="en-US" dirty="0"/>
              <a:t>mean wind speed</a:t>
            </a:r>
          </a:p>
          <a:p>
            <a:pPr lvl="2"/>
            <a:r>
              <a:rPr lang="en-US" dirty="0"/>
              <a:t>Calculated per site, spanning time of Day filter was placed-Day filter was collected</a:t>
            </a:r>
          </a:p>
          <a:p>
            <a:pPr marL="0" indent="0">
              <a:buNone/>
            </a:pPr>
            <a:r>
              <a:rPr lang="en-US" dirty="0"/>
              <a:t>USGS includes additional variables and elements: </a:t>
            </a:r>
          </a:p>
          <a:p>
            <a:pPr lvl="1"/>
            <a:r>
              <a:rPr lang="en-US" dirty="0"/>
              <a:t>Bay (Transects A, B) and Channel (Transects C, D) incorporated in data frames</a:t>
            </a:r>
          </a:p>
          <a:p>
            <a:pPr lvl="1"/>
            <a:r>
              <a:rPr lang="en-US" dirty="0"/>
              <a:t>Calculated z* to pair with thesis measurements </a:t>
            </a:r>
          </a:p>
          <a:p>
            <a:pPr lvl="2"/>
            <a:r>
              <a:rPr lang="en-US" dirty="0"/>
              <a:t>Used same BCDC stations as Thesis for standardization </a:t>
            </a:r>
          </a:p>
          <a:p>
            <a:pPr marL="914400" lvl="2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524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F1AF2-0182-8EC0-2A73-319AA2A63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RQ # 1-Does marsh edge matter for sediment deposition?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B8014-FFE7-1571-391D-5656C51A2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Spatially-Protected and Open Bay</a:t>
            </a:r>
            <a:r>
              <a:rPr lang="en-US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1AE8A9-7042-5838-9392-0B32B6466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90" y="2351314"/>
            <a:ext cx="5761626" cy="35557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6E32E6-5C3F-0B2F-EBE2-034EA9A32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243" y="2388527"/>
            <a:ext cx="4424130" cy="9824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732B0F-E841-7D4F-8FBD-994A0822D640}"/>
              </a:ext>
            </a:extLst>
          </p:cNvPr>
          <p:cNvSpPr txBox="1"/>
          <p:nvPr/>
        </p:nvSpPr>
        <p:spPr>
          <a:xfrm>
            <a:off x="6659725" y="3703318"/>
            <a:ext cx="5035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lmer</a:t>
            </a:r>
            <a:r>
              <a:rPr lang="en-US" b="1" dirty="0"/>
              <a:t>(Flux ~ </a:t>
            </a:r>
            <a:r>
              <a:rPr lang="en-US" b="1" dirty="0" err="1"/>
              <a:t>Marsh_Group</a:t>
            </a:r>
            <a:r>
              <a:rPr lang="en-US" b="1" dirty="0"/>
              <a:t> + (1 | Site) + (1 | Tran)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4D455F-EAF1-6D42-15C5-E97A88942A2D}"/>
              </a:ext>
            </a:extLst>
          </p:cNvPr>
          <p:cNvSpPr txBox="1"/>
          <p:nvPr/>
        </p:nvSpPr>
        <p:spPr>
          <a:xfrm>
            <a:off x="6492686" y="5047488"/>
            <a:ext cx="5449378" cy="646331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“Open Bay” = San Pablo and Giant Marsh </a:t>
            </a:r>
          </a:p>
          <a:p>
            <a:r>
              <a:rPr lang="en-US" dirty="0"/>
              <a:t>“Protected” = Buck’s Landing and Corte Madera</a:t>
            </a:r>
          </a:p>
        </p:txBody>
      </p:sp>
    </p:spTree>
    <p:extLst>
      <p:ext uri="{BB962C8B-B14F-4D97-AF65-F5344CB8AC3E}">
        <p14:creationId xmlns:p14="http://schemas.microsoft.com/office/powerpoint/2010/main" val="486066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99061-97F8-26F5-8D17-FBB7C9DA1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0F383-A7DF-AFCC-7490-F4958FA8C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RQ # 1-Does marsh edge matter for sediment deposition?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8D466-244B-E242-C4D8-4B30ECABC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Spatially-Protected Ramped and Scarped Sites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6B9E10-8F92-A060-9995-9221AEFB7ED9}"/>
              </a:ext>
            </a:extLst>
          </p:cNvPr>
          <p:cNvSpPr txBox="1"/>
          <p:nvPr/>
        </p:nvSpPr>
        <p:spPr>
          <a:xfrm>
            <a:off x="6082083" y="5032375"/>
            <a:ext cx="5285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lmer</a:t>
            </a:r>
            <a:r>
              <a:rPr lang="en-US" b="1" dirty="0"/>
              <a:t>(log(Flux) ~ Tran + Site + Tran*Site + (1|Dist)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92241E-91AE-812C-E568-F44460495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148" y="2729556"/>
            <a:ext cx="5515852" cy="34474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8D81598-B3A5-B371-0EFF-AFB66F432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188" y="2572226"/>
            <a:ext cx="5285635" cy="171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964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A4590-7CFE-FD1D-60FC-EE54840D9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76C9-5B27-C320-9CF5-EFF96DDA1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RQ # 1-Does marsh edge matter for sediment deposition?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F9DC8A-ACD6-5238-758A-7ED21C1447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Temporally-All Sites</a:t>
            </a:r>
          </a:p>
          <a:p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44AC3B8-9932-F4CB-79C4-EFED9DE791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79614" y="5494177"/>
            <a:ext cx="5745480" cy="895738"/>
          </a:xfrm>
        </p:spPr>
        <p:txBody>
          <a:bodyPr>
            <a:normAutofit/>
          </a:bodyPr>
          <a:lstStyle/>
          <a:p>
            <a:r>
              <a:rPr lang="en-US" dirty="0" err="1"/>
              <a:t>lmer</a:t>
            </a:r>
            <a:r>
              <a:rPr lang="en-US" dirty="0"/>
              <a:t>( Flux ~ </a:t>
            </a:r>
            <a:r>
              <a:rPr lang="en-US" dirty="0" err="1"/>
              <a:t>marsh_edge_type</a:t>
            </a:r>
            <a:r>
              <a:rPr lang="en-US" dirty="0"/>
              <a:t> * </a:t>
            </a:r>
            <a:r>
              <a:rPr lang="en-US" dirty="0" err="1"/>
              <a:t>Study.Phase</a:t>
            </a:r>
            <a:r>
              <a:rPr lang="en-US" dirty="0"/>
              <a:t> + (1|Site)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244592F-A227-DDDF-AF82-17CE80BF494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374297" y="1716653"/>
            <a:ext cx="5183188" cy="3424693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66FF2CE9-77EB-DCBA-D801-0CFADC19D0D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24303" y="2093119"/>
            <a:ext cx="5949994" cy="3387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654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E6AC-F52E-D619-64D5-967B86107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82EBD-199D-5FCA-90A1-3A6482F0F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RQ # 1-Does marsh edge matter for sediment deposition?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9144A24-1987-6422-6B3F-3D8F5572B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6411404" cy="82391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Temporally-Excluding Giant Marsh</a:t>
            </a:r>
          </a:p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64B4DA-DFE6-F7E0-83B5-E49166A4FB92}"/>
              </a:ext>
            </a:extLst>
          </p:cNvPr>
          <p:cNvSpPr txBox="1"/>
          <p:nvPr/>
        </p:nvSpPr>
        <p:spPr>
          <a:xfrm>
            <a:off x="7827661" y="2631746"/>
            <a:ext cx="40635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 err="1"/>
              <a:t>lmer</a:t>
            </a:r>
            <a:r>
              <a:rPr lang="en-US" sz="2200" b="1" dirty="0"/>
              <a:t>(  Flux ~ </a:t>
            </a:r>
            <a:r>
              <a:rPr lang="en-US" sz="2200" b="1" dirty="0" err="1"/>
              <a:t>marsh_edge_type</a:t>
            </a:r>
            <a:r>
              <a:rPr lang="en-US" sz="2200" b="1" dirty="0"/>
              <a:t> * </a:t>
            </a:r>
            <a:r>
              <a:rPr lang="en-US" sz="2200" b="1" dirty="0" err="1"/>
              <a:t>Study.Phase</a:t>
            </a:r>
            <a:r>
              <a:rPr lang="en-US" sz="2200" b="1" dirty="0"/>
              <a:t> + (1|Site)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2878C0D-B29C-4135-29EE-D43C66FB78E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2169" y="2148176"/>
            <a:ext cx="7115492" cy="408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830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48951-C35C-7D14-CD01-0ACDFB017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2E866-C12D-FED4-38B0-B5D6BD1DB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RQ # 1-Does marsh edge matter for sediment deposition?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EB98CC4-6474-69BA-B57B-1FCDF0E15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4496" y="1512789"/>
            <a:ext cx="3715891" cy="461666"/>
          </a:xfrm>
        </p:spPr>
        <p:txBody>
          <a:bodyPr/>
          <a:lstStyle/>
          <a:p>
            <a:r>
              <a:rPr lang="en-US" dirty="0"/>
              <a:t>Variance Between Sites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7444A21-EF9E-DA55-031A-BF4D1D95AA1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98818" y="2537994"/>
            <a:ext cx="5552758" cy="990177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C7CB1A22-F94B-B8CD-B067-182F02E62E0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50676" y="2623703"/>
            <a:ext cx="5552757" cy="90446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FAD9F62-AE46-00F1-9A42-F503D5A30586}"/>
              </a:ext>
            </a:extLst>
          </p:cNvPr>
          <p:cNvSpPr txBox="1"/>
          <p:nvPr/>
        </p:nvSpPr>
        <p:spPr>
          <a:xfrm>
            <a:off x="980886" y="2001907"/>
            <a:ext cx="41619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Temporally (Per Study Phase)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552378-61BB-8482-B803-E8E7C5FA118D}"/>
              </a:ext>
            </a:extLst>
          </p:cNvPr>
          <p:cNvSpPr txBox="1"/>
          <p:nvPr/>
        </p:nvSpPr>
        <p:spPr>
          <a:xfrm>
            <a:off x="6503862" y="1948536"/>
            <a:ext cx="55740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Spatially (Per Distance from Marsh Edge)</a:t>
            </a:r>
          </a:p>
        </p:txBody>
      </p:sp>
      <p:sp>
        <p:nvSpPr>
          <p:cNvPr id="3" name="Text Placeholder 16">
            <a:extLst>
              <a:ext uri="{FF2B5EF4-FFF2-40B4-BE49-F238E27FC236}">
                <a16:creationId xmlns:a16="http://schemas.microsoft.com/office/drawing/2014/main" id="{C33E91D4-EECE-87CF-96F4-9245D3482B47}"/>
              </a:ext>
            </a:extLst>
          </p:cNvPr>
          <p:cNvSpPr txBox="1">
            <a:spLocks/>
          </p:cNvSpPr>
          <p:nvPr/>
        </p:nvSpPr>
        <p:spPr>
          <a:xfrm>
            <a:off x="4078735" y="3983131"/>
            <a:ext cx="3715891" cy="4616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Skewness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1E78119-A2AB-A652-EEC6-97D8BFF33E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551"/>
          <a:stretch>
            <a:fillRect/>
          </a:stretch>
        </p:blipFill>
        <p:spPr>
          <a:xfrm>
            <a:off x="1554733" y="4728564"/>
            <a:ext cx="9082534" cy="11101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8CFBB8-7405-BFA3-47AF-DEF170030D72}"/>
              </a:ext>
            </a:extLst>
          </p:cNvPr>
          <p:cNvSpPr txBox="1"/>
          <p:nvPr/>
        </p:nvSpPr>
        <p:spPr>
          <a:xfrm>
            <a:off x="4534059" y="5977671"/>
            <a:ext cx="3576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leveneTest</a:t>
            </a:r>
            <a:r>
              <a:rPr lang="en-US" dirty="0"/>
              <a:t>(Flux ~ Site, data)</a:t>
            </a:r>
          </a:p>
        </p:txBody>
      </p:sp>
    </p:spTree>
    <p:extLst>
      <p:ext uri="{BB962C8B-B14F-4D97-AF65-F5344CB8AC3E}">
        <p14:creationId xmlns:p14="http://schemas.microsoft.com/office/powerpoint/2010/main" val="214890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9C59F-9AA4-7F08-96C4-F07DFCFB4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RQ #2: Do rates of sediment deposition change over time at the same edge type?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1584C-AF52-0508-4AF4-5E3A52470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Spatially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BCDE5C-904D-9ED6-7D4C-CA857E1441A9}"/>
              </a:ext>
            </a:extLst>
          </p:cNvPr>
          <p:cNvSpPr txBox="1"/>
          <p:nvPr/>
        </p:nvSpPr>
        <p:spPr>
          <a:xfrm>
            <a:off x="7278624" y="4809131"/>
            <a:ext cx="40751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log(Flux) ~ </a:t>
            </a:r>
            <a:r>
              <a:rPr lang="en-US" sz="2200" b="1" dirty="0" err="1"/>
              <a:t>Marsh_Area</a:t>
            </a:r>
            <a:r>
              <a:rPr lang="en-US" sz="2200" b="1" dirty="0"/>
              <a:t> * </a:t>
            </a:r>
            <a:r>
              <a:rPr lang="en-US" sz="2200" b="1" dirty="0" err="1"/>
              <a:t>Study.Dataset</a:t>
            </a:r>
            <a:r>
              <a:rPr lang="en-US" sz="2200" b="1" dirty="0"/>
              <a:t> + Site +(1|Tran)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92E26A2-37BF-A038-8F7E-6F6C0C152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748" y="2786532"/>
            <a:ext cx="4951682" cy="97165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9382482-1366-A839-7BAC-FCBB56257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570" y="2465223"/>
            <a:ext cx="5843576" cy="371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297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86504-1258-7497-2E87-365EAF7F2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D123D-AD58-6055-741B-C0D713BD8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RQ #2: Do rates of sediment deposition change over time at the same edge type?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96BF8-74BD-916F-CC78-3AB5AAE82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Spatially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33F751-6AAF-187B-093E-E36733029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708" y="2450792"/>
            <a:ext cx="6276164" cy="38611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7EF4E9-54BA-3E87-8AE8-73EBEB9D72AD}"/>
              </a:ext>
            </a:extLst>
          </p:cNvPr>
          <p:cNvSpPr txBox="1"/>
          <p:nvPr/>
        </p:nvSpPr>
        <p:spPr>
          <a:xfrm>
            <a:off x="7169366" y="2685211"/>
            <a:ext cx="482646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 err="1"/>
              <a:t>lmer</a:t>
            </a:r>
            <a:r>
              <a:rPr lang="en-US" sz="2200" b="1" dirty="0"/>
              <a:t>(  log(Flux) ~ </a:t>
            </a:r>
            <a:r>
              <a:rPr lang="en-US" sz="2200" b="1" dirty="0" err="1"/>
              <a:t>Study.Dataset</a:t>
            </a:r>
            <a:r>
              <a:rPr lang="en-US" sz="2200" b="1" dirty="0"/>
              <a:t> * Month * </a:t>
            </a:r>
            <a:r>
              <a:rPr lang="en-US" sz="2200" b="1" dirty="0" err="1"/>
              <a:t>Marsh_Area</a:t>
            </a:r>
            <a:r>
              <a:rPr lang="en-US" sz="2200" b="1" dirty="0"/>
              <a:t> + (1|Tran)</a:t>
            </a:r>
          </a:p>
        </p:txBody>
      </p:sp>
    </p:spTree>
    <p:extLst>
      <p:ext uri="{BB962C8B-B14F-4D97-AF65-F5344CB8AC3E}">
        <p14:creationId xmlns:p14="http://schemas.microsoft.com/office/powerpoint/2010/main" val="1399441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303BE-97E1-3299-8F4D-CD015365A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RQ #2: 2022/2023 Bay and Channel Transects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28ED72-DD4F-8C1D-A526-86EE4E1B9A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9392" y="1690688"/>
            <a:ext cx="8311564" cy="465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318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FABF1-90C8-8BC1-9217-094F0A80A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8192A-A0AB-B395-4353-1647C1A7C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RQ #2: Do rates of sediment deposition change over time at the same edge type?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1C052-6285-1769-E1AA-294C8D89B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Temporally</a:t>
            </a:r>
            <a:r>
              <a:rPr lang="en-US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89753E-A42E-72E0-A9C6-C40CD033851D}"/>
              </a:ext>
            </a:extLst>
          </p:cNvPr>
          <p:cNvSpPr txBox="1"/>
          <p:nvPr/>
        </p:nvSpPr>
        <p:spPr>
          <a:xfrm>
            <a:off x="7324344" y="2073043"/>
            <a:ext cx="443255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 err="1"/>
              <a:t>lmer</a:t>
            </a:r>
            <a:r>
              <a:rPr lang="en-US" sz="2200" b="1" dirty="0"/>
              <a:t>(  Flux ~ </a:t>
            </a:r>
            <a:r>
              <a:rPr lang="en-US" sz="2200" b="1" dirty="0" err="1"/>
              <a:t>Study.Dataset</a:t>
            </a:r>
            <a:r>
              <a:rPr lang="en-US" sz="2200" b="1" dirty="0"/>
              <a:t> *Site + Month + (1 | Tran)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6CE773-D0E0-F9FC-7BAB-A5CABB5BE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79" y="2257709"/>
            <a:ext cx="6370872" cy="40541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3EFA13-2548-1E87-5966-170FB8790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0376" y="2938775"/>
            <a:ext cx="4051008" cy="348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34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1BD40-D0A1-AF10-63D1-769849E5C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8F90B-C440-85FE-C33D-02FDBE116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RQ# 3: Do inter-marsh variables explain more of the differences between sediment deposition?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CD0D9-3B51-472D-0D3E-261F09ED8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LASSO (Least Absolute Shrinkage and Selection Operator) First Attempt (Thorne 2022). </a:t>
            </a:r>
          </a:p>
          <a:p>
            <a:r>
              <a:rPr lang="en-US" dirty="0"/>
              <a:t>Tried it out but still need to work through the theory of it.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3E0892-5338-514C-60B8-756FC7E8B649}"/>
              </a:ext>
            </a:extLst>
          </p:cNvPr>
          <p:cNvSpPr txBox="1"/>
          <p:nvPr/>
        </p:nvSpPr>
        <p:spPr>
          <a:xfrm>
            <a:off x="721894" y="3616818"/>
            <a:ext cx="57109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Variables selected Against Flux. All predictors were standardized to zero for scaling.  </a:t>
            </a:r>
          </a:p>
          <a:p>
            <a:pPr marL="285750" indent="-285750">
              <a:buFontTx/>
              <a:buChar char="-"/>
            </a:pPr>
            <a:r>
              <a:rPr lang="en-US" dirty="0"/>
              <a:t>Z star</a:t>
            </a:r>
          </a:p>
          <a:p>
            <a:pPr marL="285750" indent="-285750">
              <a:buFontTx/>
              <a:buChar char="-"/>
            </a:pPr>
            <a:r>
              <a:rPr lang="en-US" dirty="0"/>
              <a:t>Local Slope</a:t>
            </a:r>
          </a:p>
          <a:p>
            <a:pPr marL="285750" indent="-285750">
              <a:buFontTx/>
              <a:buChar char="-"/>
            </a:pPr>
            <a:r>
              <a:rPr lang="en-US" dirty="0"/>
              <a:t>Mean wind speed </a:t>
            </a:r>
          </a:p>
          <a:p>
            <a:pPr marL="285750" indent="-285750">
              <a:buFontTx/>
              <a:buChar char="-"/>
            </a:pPr>
            <a:r>
              <a:rPr lang="en-US" dirty="0"/>
              <a:t>Max gust </a:t>
            </a:r>
          </a:p>
          <a:p>
            <a:pPr marL="285750" indent="-285750">
              <a:buFontTx/>
              <a:buChar char="-"/>
            </a:pPr>
            <a:r>
              <a:rPr lang="en-US" dirty="0"/>
              <a:t>Distance from edge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F9628B-6C64-F6B5-0500-AF68E494A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7422" y="3616818"/>
            <a:ext cx="5233726" cy="230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405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720</TotalTime>
  <Words>535</Words>
  <Application>Microsoft Office PowerPoint</Application>
  <PresentationFormat>Widescreen</PresentationFormat>
  <Paragraphs>57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Results Check-In </vt:lpstr>
      <vt:lpstr>Goals </vt:lpstr>
      <vt:lpstr>Summary-Sediment and Abiotic Variables</vt:lpstr>
      <vt:lpstr>RQ # 1-Does marsh edge matter for sediment deposition?</vt:lpstr>
      <vt:lpstr>RQ # 1-Does marsh edge matter for sediment deposition?</vt:lpstr>
      <vt:lpstr>RQ # 1-Does marsh edge matter for sediment deposition?</vt:lpstr>
      <vt:lpstr>RQ # 1-Does marsh edge matter for sediment deposition?</vt:lpstr>
      <vt:lpstr>RQ # 1-Does marsh edge matter for sediment deposition?</vt:lpstr>
      <vt:lpstr>RQ #2: Do rates of sediment deposition change over time at the same edge type?</vt:lpstr>
      <vt:lpstr>RQ #2: Do rates of sediment deposition change over time at the same edge type?</vt:lpstr>
      <vt:lpstr>RQ #2: 2022/2023 Bay and Channel Transects</vt:lpstr>
      <vt:lpstr>RQ #2: Do rates of sediment deposition change over time at the same edge type?</vt:lpstr>
      <vt:lpstr>RQ# 3: Do inter-marsh variables explain more of the differences between sediment deposition?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Savannah Karin Miller</dc:creator>
  <cp:lastModifiedBy>Savannah Karin Miller</cp:lastModifiedBy>
  <cp:revision>2</cp:revision>
  <dcterms:created xsi:type="dcterms:W3CDTF">2026-08-11T19:20:05Z</dcterms:created>
  <dcterms:modified xsi:type="dcterms:W3CDTF">2026-08-20T19:51:20Z</dcterms:modified>
</cp:coreProperties>
</file>